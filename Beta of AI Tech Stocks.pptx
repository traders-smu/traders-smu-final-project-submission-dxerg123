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ink/ink1.xml" ContentType="application/inkml+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83" r:id="rId5"/>
    <p:sldMasterId id="2147483691" r:id="rId6"/>
    <p:sldMasterId id="2147483701" r:id="rId7"/>
  </p:sldMasterIdLst>
  <p:notesMasterIdLst>
    <p:notesMasterId r:id="rId22"/>
  </p:notesMasterIdLst>
  <p:handoutMasterIdLst>
    <p:handoutMasterId r:id="rId23"/>
  </p:handoutMasterIdLst>
  <p:sldIdLst>
    <p:sldId id="278" r:id="rId8"/>
    <p:sldId id="265" r:id="rId9"/>
    <p:sldId id="675" r:id="rId10"/>
    <p:sldId id="688" r:id="rId11"/>
    <p:sldId id="697" r:id="rId12"/>
    <p:sldId id="692" r:id="rId13"/>
    <p:sldId id="279" r:id="rId14"/>
    <p:sldId id="691" r:id="rId15"/>
    <p:sldId id="695" r:id="rId16"/>
    <p:sldId id="690" r:id="rId17"/>
    <p:sldId id="693" r:id="rId18"/>
    <p:sldId id="280" r:id="rId19"/>
    <p:sldId id="689" r:id="rId20"/>
    <p:sldId id="264" r:id="rId2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F9A"/>
    <a:srgbClr val="0C111D"/>
    <a:srgbClr val="667085"/>
    <a:srgbClr val="D3D3D3"/>
    <a:srgbClr val="026A94"/>
    <a:srgbClr val="2B3145"/>
    <a:srgbClr val="196B24"/>
    <a:srgbClr val="000000"/>
    <a:srgbClr val="A6A6A6"/>
    <a:srgbClr val="0026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50B21C-3EFB-7AA9-69DA-33946E74927B}" v="62" dt="2025-04-30T18:24:38.018"/>
    <p1510:client id="{0FEE287E-1966-394B-94BF-53038D774F09}" v="4738" dt="2025-04-30T20:33:26.232"/>
    <p1510:client id="{1C3EAF91-458F-C64F-A19D-E5A2169A7527}" v="2" dt="2025-04-30T20:01:47.012"/>
    <p1510:client id="{33774333-907D-2364-38A5-191BE88830FC}" v="3" dt="2025-04-30T17:13:17.124"/>
    <p1510:client id="{36A048C0-A877-0741-BFC6-3146A6F58B53}" v="39" dt="2025-04-30T20:31:11.281"/>
    <p1510:client id="{38814E23-57B3-49C4-BFE3-39731C5AE2A7}" v="2" dt="2025-04-30T18:23:31.553"/>
    <p1510:client id="{7B289495-062F-77A5-6510-C0A226B1C5A3}" v="3927" dt="2025-04-30T01:02:17.798"/>
    <p1510:client id="{AB4AAF8C-80FC-F755-22F5-A59AC850F230}" v="9" dt="2025-04-30T01:31:50.459"/>
    <p1510:client id="{AECA3316-73A9-7695-51CF-9853D4C79B5C}" v="487" dt="2025-04-30T16:34:00.153"/>
    <p1510:client id="{B08EEC10-D946-A4AB-A02B-18388C630241}" v="73" dt="2025-04-30T18:57:55.600"/>
    <p1510:client id="{E7B890AF-C09D-3663-C637-D60BCA16F738}" v="4" dt="2025-04-30T18:51:23.68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78"/>
    <p:restoredTop sz="94675"/>
  </p:normalViewPr>
  <p:slideViewPr>
    <p:cSldViewPr snapToGrid="0">
      <p:cViewPr>
        <p:scale>
          <a:sx n="49" d="100"/>
          <a:sy n="49" d="100"/>
        </p:scale>
        <p:origin x="552" y="64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un, Morgan" userId="S::meun@smu.edu::dbb1ad2b-7e27-4a54-93ef-47628e7a32c9" providerId="AD" clId="Web-{B08EEC10-D946-A4AB-A02B-18388C630241}"/>
    <pc:docChg chg="addSld modSld">
      <pc:chgData name="Eun, Morgan" userId="S::meun@smu.edu::dbb1ad2b-7e27-4a54-93ef-47628e7a32c9" providerId="AD" clId="Web-{B08EEC10-D946-A4AB-A02B-18388C630241}" dt="2025-04-30T18:57:55.600" v="71" actId="1076"/>
      <pc:docMkLst>
        <pc:docMk/>
      </pc:docMkLst>
      <pc:sldChg chg="modSp">
        <pc:chgData name="Eun, Morgan" userId="S::meun@smu.edu::dbb1ad2b-7e27-4a54-93ef-47628e7a32c9" providerId="AD" clId="Web-{B08EEC10-D946-A4AB-A02B-18388C630241}" dt="2025-04-30T18:45:59.416" v="26" actId="1076"/>
        <pc:sldMkLst>
          <pc:docMk/>
          <pc:sldMk cId="1505823097" sldId="265"/>
        </pc:sldMkLst>
        <pc:spChg chg="mod">
          <ac:chgData name="Eun, Morgan" userId="S::meun@smu.edu::dbb1ad2b-7e27-4a54-93ef-47628e7a32c9" providerId="AD" clId="Web-{B08EEC10-D946-A4AB-A02B-18388C630241}" dt="2025-04-30T18:44:28.413" v="21" actId="1076"/>
          <ac:spMkLst>
            <pc:docMk/>
            <pc:sldMk cId="1505823097" sldId="265"/>
            <ac:spMk id="2" creationId="{F83B0120-5D7C-AED5-C808-D154FBBB509D}"/>
          </ac:spMkLst>
        </pc:spChg>
        <pc:spChg chg="mod">
          <ac:chgData name="Eun, Morgan" userId="S::meun@smu.edu::dbb1ad2b-7e27-4a54-93ef-47628e7a32c9" providerId="AD" clId="Web-{B08EEC10-D946-A4AB-A02B-18388C630241}" dt="2025-04-30T18:44:22.600" v="20" actId="1076"/>
          <ac:spMkLst>
            <pc:docMk/>
            <pc:sldMk cId="1505823097" sldId="265"/>
            <ac:spMk id="3" creationId="{67376405-A736-F70F-6BFC-69505CA7DFE0}"/>
          </ac:spMkLst>
        </pc:spChg>
        <pc:spChg chg="mod">
          <ac:chgData name="Eun, Morgan" userId="S::meun@smu.edu::dbb1ad2b-7e27-4a54-93ef-47628e7a32c9" providerId="AD" clId="Web-{B08EEC10-D946-A4AB-A02B-18388C630241}" dt="2025-04-30T18:45:59.416" v="26" actId="1076"/>
          <ac:spMkLst>
            <pc:docMk/>
            <pc:sldMk cId="1505823097" sldId="265"/>
            <ac:spMk id="4" creationId="{DC21E3BA-9ED9-DE5F-1A1D-F51EE48DC6DA}"/>
          </ac:spMkLst>
        </pc:spChg>
      </pc:sldChg>
      <pc:sldChg chg="modSp">
        <pc:chgData name="Eun, Morgan" userId="S::meun@smu.edu::dbb1ad2b-7e27-4a54-93ef-47628e7a32c9" providerId="AD" clId="Web-{B08EEC10-D946-A4AB-A02B-18388C630241}" dt="2025-04-30T18:43:53.427" v="15" actId="20577"/>
        <pc:sldMkLst>
          <pc:docMk/>
          <pc:sldMk cId="1485909516" sldId="278"/>
        </pc:sldMkLst>
        <pc:spChg chg="mod">
          <ac:chgData name="Eun, Morgan" userId="S::meun@smu.edu::dbb1ad2b-7e27-4a54-93ef-47628e7a32c9" providerId="AD" clId="Web-{B08EEC10-D946-A4AB-A02B-18388C630241}" dt="2025-04-30T18:43:53.427" v="15" actId="20577"/>
          <ac:spMkLst>
            <pc:docMk/>
            <pc:sldMk cId="1485909516" sldId="278"/>
            <ac:spMk id="2" creationId="{70065272-B427-C3B2-BCA4-56F952DB8AED}"/>
          </ac:spMkLst>
        </pc:spChg>
      </pc:sldChg>
      <pc:sldChg chg="modSp">
        <pc:chgData name="Eun, Morgan" userId="S::meun@smu.edu::dbb1ad2b-7e27-4a54-93ef-47628e7a32c9" providerId="AD" clId="Web-{B08EEC10-D946-A4AB-A02B-18388C630241}" dt="2025-04-30T18:51:08.600" v="68" actId="1076"/>
        <pc:sldMkLst>
          <pc:docMk/>
          <pc:sldMk cId="2204278369" sldId="279"/>
        </pc:sldMkLst>
        <pc:spChg chg="mod">
          <ac:chgData name="Eun, Morgan" userId="S::meun@smu.edu::dbb1ad2b-7e27-4a54-93ef-47628e7a32c9" providerId="AD" clId="Web-{B08EEC10-D946-A4AB-A02B-18388C630241}" dt="2025-04-30T18:50:53.990" v="57" actId="1076"/>
          <ac:spMkLst>
            <pc:docMk/>
            <pc:sldMk cId="2204278369" sldId="279"/>
            <ac:spMk id="2" creationId="{56140C4E-4396-0F28-5699-21BA9AFF53C9}"/>
          </ac:spMkLst>
        </pc:spChg>
        <pc:spChg chg="mod">
          <ac:chgData name="Eun, Morgan" userId="S::meun@smu.edu::dbb1ad2b-7e27-4a54-93ef-47628e7a32c9" providerId="AD" clId="Web-{B08EEC10-D946-A4AB-A02B-18388C630241}" dt="2025-04-30T18:50:54.006" v="58" actId="1076"/>
          <ac:spMkLst>
            <pc:docMk/>
            <pc:sldMk cId="2204278369" sldId="279"/>
            <ac:spMk id="3" creationId="{B459024D-4E10-F5C5-8178-BBD9C3E290C0}"/>
          </ac:spMkLst>
        </pc:spChg>
        <pc:spChg chg="mod">
          <ac:chgData name="Eun, Morgan" userId="S::meun@smu.edu::dbb1ad2b-7e27-4a54-93ef-47628e7a32c9" providerId="AD" clId="Web-{B08EEC10-D946-A4AB-A02B-18388C630241}" dt="2025-04-30T18:50:54.021" v="59" actId="1076"/>
          <ac:spMkLst>
            <pc:docMk/>
            <pc:sldMk cId="2204278369" sldId="279"/>
            <ac:spMk id="4" creationId="{052BBF47-4639-0A62-6009-AFAD5F88287A}"/>
          </ac:spMkLst>
        </pc:spChg>
        <pc:spChg chg="mod">
          <ac:chgData name="Eun, Morgan" userId="S::meun@smu.edu::dbb1ad2b-7e27-4a54-93ef-47628e7a32c9" providerId="AD" clId="Web-{B08EEC10-D946-A4AB-A02B-18388C630241}" dt="2025-04-30T18:51:01.459" v="66" actId="1076"/>
          <ac:spMkLst>
            <pc:docMk/>
            <pc:sldMk cId="2204278369" sldId="279"/>
            <ac:spMk id="6" creationId="{1117B20C-CCB6-8454-6C29-A9AF6C7BD1EE}"/>
          </ac:spMkLst>
        </pc:spChg>
        <pc:spChg chg="mod">
          <ac:chgData name="Eun, Morgan" userId="S::meun@smu.edu::dbb1ad2b-7e27-4a54-93ef-47628e7a32c9" providerId="AD" clId="Web-{B08EEC10-D946-A4AB-A02B-18388C630241}" dt="2025-04-30T18:50:54.131" v="63" actId="1076"/>
          <ac:spMkLst>
            <pc:docMk/>
            <pc:sldMk cId="2204278369" sldId="279"/>
            <ac:spMk id="9" creationId="{30CF2952-416B-1B66-A5DA-FA4529208B5E}"/>
          </ac:spMkLst>
        </pc:spChg>
        <pc:spChg chg="mod">
          <ac:chgData name="Eun, Morgan" userId="S::meun@smu.edu::dbb1ad2b-7e27-4a54-93ef-47628e7a32c9" providerId="AD" clId="Web-{B08EEC10-D946-A4AB-A02B-18388C630241}" dt="2025-04-30T18:51:08.600" v="68" actId="1076"/>
          <ac:spMkLst>
            <pc:docMk/>
            <pc:sldMk cId="2204278369" sldId="279"/>
            <ac:spMk id="12" creationId="{9B24EC75-B2E6-0D0B-F2B8-C12B2782261A}"/>
          </ac:spMkLst>
        </pc:spChg>
        <pc:picChg chg="mod">
          <ac:chgData name="Eun, Morgan" userId="S::meun@smu.edu::dbb1ad2b-7e27-4a54-93ef-47628e7a32c9" providerId="AD" clId="Web-{B08EEC10-D946-A4AB-A02B-18388C630241}" dt="2025-04-30T18:50:54.084" v="61" actId="1076"/>
          <ac:picMkLst>
            <pc:docMk/>
            <pc:sldMk cId="2204278369" sldId="279"/>
            <ac:picMk id="10" creationId="{A0185114-A37D-C855-8F8A-53308DD1BC27}"/>
          </ac:picMkLst>
        </pc:picChg>
        <pc:picChg chg="mod">
          <ac:chgData name="Eun, Morgan" userId="S::meun@smu.edu::dbb1ad2b-7e27-4a54-93ef-47628e7a32c9" providerId="AD" clId="Web-{B08EEC10-D946-A4AB-A02B-18388C630241}" dt="2025-04-30T18:51:03.741" v="67" actId="1076"/>
          <ac:picMkLst>
            <pc:docMk/>
            <pc:sldMk cId="2204278369" sldId="279"/>
            <ac:picMk id="14" creationId="{A1828716-5E47-440A-3C9D-C9714616EE25}"/>
          </ac:picMkLst>
        </pc:picChg>
      </pc:sldChg>
      <pc:sldChg chg="modSp">
        <pc:chgData name="Eun, Morgan" userId="S::meun@smu.edu::dbb1ad2b-7e27-4a54-93ef-47628e7a32c9" providerId="AD" clId="Web-{B08EEC10-D946-A4AB-A02B-18388C630241}" dt="2025-04-30T18:47:06.560" v="31" actId="1076"/>
        <pc:sldMkLst>
          <pc:docMk/>
          <pc:sldMk cId="2709205666" sldId="675"/>
        </pc:sldMkLst>
        <pc:spChg chg="mod">
          <ac:chgData name="Eun, Morgan" userId="S::meun@smu.edu::dbb1ad2b-7e27-4a54-93ef-47628e7a32c9" providerId="AD" clId="Web-{B08EEC10-D946-A4AB-A02B-18388C630241}" dt="2025-04-30T18:47:06.560" v="30" actId="1076"/>
          <ac:spMkLst>
            <pc:docMk/>
            <pc:sldMk cId="2709205666" sldId="675"/>
            <ac:spMk id="2" creationId="{47794BFE-8F93-4710-8FCC-F1C6F0640BF6}"/>
          </ac:spMkLst>
        </pc:spChg>
        <pc:spChg chg="mod">
          <ac:chgData name="Eun, Morgan" userId="S::meun@smu.edu::dbb1ad2b-7e27-4a54-93ef-47628e7a32c9" providerId="AD" clId="Web-{B08EEC10-D946-A4AB-A02B-18388C630241}" dt="2025-04-30T18:47:06.560" v="31" actId="1076"/>
          <ac:spMkLst>
            <pc:docMk/>
            <pc:sldMk cId="2709205666" sldId="675"/>
            <ac:spMk id="3" creationId="{BE314DDB-AFD9-8A0D-81BE-7C71EBD4906B}"/>
          </ac:spMkLst>
        </pc:spChg>
      </pc:sldChg>
      <pc:sldChg chg="modSp">
        <pc:chgData name="Eun, Morgan" userId="S::meun@smu.edu::dbb1ad2b-7e27-4a54-93ef-47628e7a32c9" providerId="AD" clId="Web-{B08EEC10-D946-A4AB-A02B-18388C630241}" dt="2025-04-30T18:47:24.795" v="33" actId="1076"/>
        <pc:sldMkLst>
          <pc:docMk/>
          <pc:sldMk cId="82344637" sldId="688"/>
        </pc:sldMkLst>
        <pc:spChg chg="mod">
          <ac:chgData name="Eun, Morgan" userId="S::meun@smu.edu::dbb1ad2b-7e27-4a54-93ef-47628e7a32c9" providerId="AD" clId="Web-{B08EEC10-D946-A4AB-A02B-18388C630241}" dt="2025-04-30T18:47:24.795" v="33" actId="1076"/>
          <ac:spMkLst>
            <pc:docMk/>
            <pc:sldMk cId="82344637" sldId="688"/>
            <ac:spMk id="4" creationId="{2004611E-8D45-109D-A9C3-5869DF262823}"/>
          </ac:spMkLst>
        </pc:spChg>
      </pc:sldChg>
      <pc:sldChg chg="modSp">
        <pc:chgData name="Eun, Morgan" userId="S::meun@smu.edu::dbb1ad2b-7e27-4a54-93ef-47628e7a32c9" providerId="AD" clId="Web-{B08EEC10-D946-A4AB-A02B-18388C630241}" dt="2025-04-30T18:42:47.362" v="9" actId="20577"/>
        <pc:sldMkLst>
          <pc:docMk/>
          <pc:sldMk cId="3262927434" sldId="689"/>
        </pc:sldMkLst>
        <pc:spChg chg="mod">
          <ac:chgData name="Eun, Morgan" userId="S::meun@smu.edu::dbb1ad2b-7e27-4a54-93ef-47628e7a32c9" providerId="AD" clId="Web-{B08EEC10-D946-A4AB-A02B-18388C630241}" dt="2025-04-30T18:42:47.362" v="9" actId="20577"/>
          <ac:spMkLst>
            <pc:docMk/>
            <pc:sldMk cId="3262927434" sldId="689"/>
            <ac:spMk id="2" creationId="{D92BB043-1D76-9350-CB66-7C6C0AE3CF33}"/>
          </ac:spMkLst>
        </pc:spChg>
      </pc:sldChg>
      <pc:sldChg chg="modSp">
        <pc:chgData name="Eun, Morgan" userId="S::meun@smu.edu::dbb1ad2b-7e27-4a54-93ef-47628e7a32c9" providerId="AD" clId="Web-{B08EEC10-D946-A4AB-A02B-18388C630241}" dt="2025-04-30T18:57:55.600" v="71" actId="1076"/>
        <pc:sldMkLst>
          <pc:docMk/>
          <pc:sldMk cId="1524050222" sldId="693"/>
        </pc:sldMkLst>
        <pc:spChg chg="mod">
          <ac:chgData name="Eun, Morgan" userId="S::meun@smu.edu::dbb1ad2b-7e27-4a54-93ef-47628e7a32c9" providerId="AD" clId="Web-{B08EEC10-D946-A4AB-A02B-18388C630241}" dt="2025-04-30T18:57:55.600" v="71" actId="1076"/>
          <ac:spMkLst>
            <pc:docMk/>
            <pc:sldMk cId="1524050222" sldId="693"/>
            <ac:spMk id="7" creationId="{165C15A8-E0B4-D645-C5B0-153FADA7DC1B}"/>
          </ac:spMkLst>
        </pc:spChg>
      </pc:sldChg>
      <pc:sldChg chg="add replId">
        <pc:chgData name="Eun, Morgan" userId="S::meun@smu.edu::dbb1ad2b-7e27-4a54-93ef-47628e7a32c9" providerId="AD" clId="Web-{B08EEC10-D946-A4AB-A02B-18388C630241}" dt="2025-04-30T18:47:42.545" v="34"/>
        <pc:sldMkLst>
          <pc:docMk/>
          <pc:sldMk cId="2815425597" sldId="696"/>
        </pc:sldMkLst>
      </pc:sldChg>
    </pc:docChg>
  </pc:docChgLst>
  <pc:docChgLst>
    <pc:chgData name="Kroeger, William" userId="S::wkroeger@smu.edu::9769a18c-35e5-46de-999e-56a20cde7d62" providerId="AD" clId="Web-{E7B890AF-C09D-3663-C637-D60BCA16F738}"/>
    <pc:docChg chg="modSld">
      <pc:chgData name="Kroeger, William" userId="S::wkroeger@smu.edu::9769a18c-35e5-46de-999e-56a20cde7d62" providerId="AD" clId="Web-{E7B890AF-C09D-3663-C637-D60BCA16F738}" dt="2025-04-30T18:51:23.686" v="3" actId="14100"/>
      <pc:docMkLst>
        <pc:docMk/>
      </pc:docMkLst>
      <pc:sldChg chg="modSp">
        <pc:chgData name="Kroeger, William" userId="S::wkroeger@smu.edu::9769a18c-35e5-46de-999e-56a20cde7d62" providerId="AD" clId="Web-{E7B890AF-C09D-3663-C637-D60BCA16F738}" dt="2025-04-30T18:51:23.686" v="3" actId="14100"/>
        <pc:sldMkLst>
          <pc:docMk/>
          <pc:sldMk cId="2290687881" sldId="691"/>
        </pc:sldMkLst>
        <pc:picChg chg="mod">
          <ac:chgData name="Kroeger, William" userId="S::wkroeger@smu.edu::9769a18c-35e5-46de-999e-56a20cde7d62" providerId="AD" clId="Web-{E7B890AF-C09D-3663-C637-D60BCA16F738}" dt="2025-04-30T18:51:23.686" v="3" actId="14100"/>
          <ac:picMkLst>
            <pc:docMk/>
            <pc:sldMk cId="2290687881" sldId="691"/>
            <ac:picMk id="7" creationId="{D027E0FE-0C84-E098-0B7E-381BBEA52757}"/>
          </ac:picMkLst>
        </pc:picChg>
        <pc:picChg chg="mod">
          <ac:chgData name="Kroeger, William" userId="S::wkroeger@smu.edu::9769a18c-35e5-46de-999e-56a20cde7d62" providerId="AD" clId="Web-{E7B890AF-C09D-3663-C637-D60BCA16F738}" dt="2025-04-30T18:51:12.451" v="1" actId="14100"/>
          <ac:picMkLst>
            <pc:docMk/>
            <pc:sldMk cId="2290687881" sldId="691"/>
            <ac:picMk id="8" creationId="{3108D383-E240-B4A2-2027-12A3CFF9861B}"/>
          </ac:picMkLst>
        </pc:picChg>
      </pc:sldChg>
    </pc:docChg>
  </pc:docChgLst>
  <pc:docChgLst>
    <pc:chgData name="Kroeger, William" userId="S::wkroeger@smu.edu::9769a18c-35e5-46de-999e-56a20cde7d62" providerId="AD" clId="Web-{AB4AAF8C-80FC-F755-22F5-A59AC850F230}"/>
    <pc:docChg chg="modSld">
      <pc:chgData name="Kroeger, William" userId="S::wkroeger@smu.edu::9769a18c-35e5-46de-999e-56a20cde7d62" providerId="AD" clId="Web-{AB4AAF8C-80FC-F755-22F5-A59AC850F230}" dt="2025-04-30T01:31:50.459" v="8" actId="14100"/>
      <pc:docMkLst>
        <pc:docMk/>
      </pc:docMkLst>
      <pc:sldChg chg="modSp">
        <pc:chgData name="Kroeger, William" userId="S::wkroeger@smu.edu::9769a18c-35e5-46de-999e-56a20cde7d62" providerId="AD" clId="Web-{AB4AAF8C-80FC-F755-22F5-A59AC850F230}" dt="2025-04-30T01:31:50.459" v="8" actId="14100"/>
        <pc:sldMkLst>
          <pc:docMk/>
          <pc:sldMk cId="2290687881" sldId="691"/>
        </pc:sldMkLst>
        <pc:spChg chg="mod">
          <ac:chgData name="Kroeger, William" userId="S::wkroeger@smu.edu::9769a18c-35e5-46de-999e-56a20cde7d62" providerId="AD" clId="Web-{AB4AAF8C-80FC-F755-22F5-A59AC850F230}" dt="2025-04-30T01:28:31.123" v="1" actId="1076"/>
          <ac:spMkLst>
            <pc:docMk/>
            <pc:sldMk cId="2290687881" sldId="691"/>
            <ac:spMk id="12" creationId="{0DD6519A-A6D9-E4C3-E808-69DD1F3770FA}"/>
          </ac:spMkLst>
        </pc:spChg>
        <pc:picChg chg="mod">
          <ac:chgData name="Kroeger, William" userId="S::wkroeger@smu.edu::9769a18c-35e5-46de-999e-56a20cde7d62" providerId="AD" clId="Web-{AB4AAF8C-80FC-F755-22F5-A59AC850F230}" dt="2025-04-30T01:31:50.459" v="8" actId="14100"/>
          <ac:picMkLst>
            <pc:docMk/>
            <pc:sldMk cId="2290687881" sldId="691"/>
            <ac:picMk id="7" creationId="{D027E0FE-0C84-E098-0B7E-381BBEA52757}"/>
          </ac:picMkLst>
        </pc:picChg>
        <pc:picChg chg="mod">
          <ac:chgData name="Kroeger, William" userId="S::wkroeger@smu.edu::9769a18c-35e5-46de-999e-56a20cde7d62" providerId="AD" clId="Web-{AB4AAF8C-80FC-F755-22F5-A59AC850F230}" dt="2025-04-30T01:31:21.926" v="7" actId="14100"/>
          <ac:picMkLst>
            <pc:docMk/>
            <pc:sldMk cId="2290687881" sldId="691"/>
            <ac:picMk id="8" creationId="{3108D383-E240-B4A2-2027-12A3CFF9861B}"/>
          </ac:picMkLst>
        </pc:picChg>
      </pc:sldChg>
    </pc:docChg>
  </pc:docChgLst>
  <pc:docChgLst>
    <pc:chgData name="Eun, Morgan" userId="dbb1ad2b-7e27-4a54-93ef-47628e7a32c9" providerId="ADAL" clId="{1C3EAF91-458F-C64F-A19D-E5A2169A7527}"/>
    <pc:docChg chg="modSld">
      <pc:chgData name="Eun, Morgan" userId="dbb1ad2b-7e27-4a54-93ef-47628e7a32c9" providerId="ADAL" clId="{1C3EAF91-458F-C64F-A19D-E5A2169A7527}" dt="2025-04-30T20:01:47.012" v="1" actId="1076"/>
      <pc:docMkLst>
        <pc:docMk/>
      </pc:docMkLst>
      <pc:sldChg chg="modSp">
        <pc:chgData name="Eun, Morgan" userId="dbb1ad2b-7e27-4a54-93ef-47628e7a32c9" providerId="ADAL" clId="{1C3EAF91-458F-C64F-A19D-E5A2169A7527}" dt="2025-04-30T20:01:47.012" v="1" actId="1076"/>
        <pc:sldMkLst>
          <pc:docMk/>
          <pc:sldMk cId="2709205666" sldId="675"/>
        </pc:sldMkLst>
        <pc:spChg chg="mod">
          <ac:chgData name="Eun, Morgan" userId="dbb1ad2b-7e27-4a54-93ef-47628e7a32c9" providerId="ADAL" clId="{1C3EAF91-458F-C64F-A19D-E5A2169A7527}" dt="2025-04-30T20:01:47.012" v="1" actId="1076"/>
          <ac:spMkLst>
            <pc:docMk/>
            <pc:sldMk cId="2709205666" sldId="675"/>
            <ac:spMk id="3" creationId="{BE314DDB-AFD9-8A0D-81BE-7C71EBD4906B}"/>
          </ac:spMkLst>
        </pc:spChg>
      </pc:sldChg>
    </pc:docChg>
  </pc:docChgLst>
  <pc:docChgLst>
    <pc:chgData name="Lahiri, Demetrios" userId="S::dlahiri@smu.edu::9d1ad5ea-57b1-4018-85f6-0d05db0c1ea2" providerId="AD" clId="Web-{AECA3316-73A9-7695-51CF-9853D4C79B5C}"/>
    <pc:docChg chg="addSld delSld modSld">
      <pc:chgData name="Lahiri, Demetrios" userId="S::dlahiri@smu.edu::9d1ad5ea-57b1-4018-85f6-0d05db0c1ea2" providerId="AD" clId="Web-{AECA3316-73A9-7695-51CF-9853D4C79B5C}" dt="2025-04-30T16:34:00.153" v="485" actId="20577"/>
      <pc:docMkLst>
        <pc:docMk/>
      </pc:docMkLst>
      <pc:sldChg chg="modSp">
        <pc:chgData name="Lahiri, Demetrios" userId="S::dlahiri@smu.edu::9d1ad5ea-57b1-4018-85f6-0d05db0c1ea2" providerId="AD" clId="Web-{AECA3316-73A9-7695-51CF-9853D4C79B5C}" dt="2025-04-30T16:34:00.153" v="485" actId="20577"/>
        <pc:sldMkLst>
          <pc:docMk/>
          <pc:sldMk cId="3262927434" sldId="689"/>
        </pc:sldMkLst>
        <pc:spChg chg="mod">
          <ac:chgData name="Lahiri, Demetrios" userId="S::dlahiri@smu.edu::9d1ad5ea-57b1-4018-85f6-0d05db0c1ea2" providerId="AD" clId="Web-{AECA3316-73A9-7695-51CF-9853D4C79B5C}" dt="2025-04-30T16:34:00.153" v="485" actId="20577"/>
          <ac:spMkLst>
            <pc:docMk/>
            <pc:sldMk cId="3262927434" sldId="689"/>
            <ac:spMk id="3" creationId="{ADDC5DA6-2943-20DD-AC3F-D3CF246D1C76}"/>
          </ac:spMkLst>
        </pc:spChg>
      </pc:sldChg>
      <pc:sldChg chg="addSp modSp add del">
        <pc:chgData name="Lahiri, Demetrios" userId="S::dlahiri@smu.edu::9d1ad5ea-57b1-4018-85f6-0d05db0c1ea2" providerId="AD" clId="Web-{AECA3316-73A9-7695-51CF-9853D4C79B5C}" dt="2025-04-30T16:20:41.787" v="474" actId="20577"/>
        <pc:sldMkLst>
          <pc:docMk/>
          <pc:sldMk cId="1858521055" sldId="690"/>
        </pc:sldMkLst>
        <pc:spChg chg="mod">
          <ac:chgData name="Lahiri, Demetrios" userId="S::dlahiri@smu.edu::9d1ad5ea-57b1-4018-85f6-0d05db0c1ea2" providerId="AD" clId="Web-{AECA3316-73A9-7695-51CF-9853D4C79B5C}" dt="2025-04-30T16:20:41.787" v="474" actId="20577"/>
          <ac:spMkLst>
            <pc:docMk/>
            <pc:sldMk cId="1858521055" sldId="690"/>
            <ac:spMk id="3" creationId="{B62CDD79-84A4-3C5E-10B4-EC48939503B9}"/>
          </ac:spMkLst>
        </pc:spChg>
        <pc:spChg chg="add mod">
          <ac:chgData name="Lahiri, Demetrios" userId="S::dlahiri@smu.edu::9d1ad5ea-57b1-4018-85f6-0d05db0c1ea2" providerId="AD" clId="Web-{AECA3316-73A9-7695-51CF-9853D4C79B5C}" dt="2025-04-30T15:07:36.754" v="267" actId="20577"/>
          <ac:spMkLst>
            <pc:docMk/>
            <pc:sldMk cId="1858521055" sldId="690"/>
            <ac:spMk id="10" creationId="{22056BB8-CA6F-3B6F-F08C-5B55E1BA437C}"/>
          </ac:spMkLst>
        </pc:spChg>
        <pc:picChg chg="add mod modCrop">
          <ac:chgData name="Lahiri, Demetrios" userId="S::dlahiri@smu.edu::9d1ad5ea-57b1-4018-85f6-0d05db0c1ea2" providerId="AD" clId="Web-{AECA3316-73A9-7695-51CF-9853D4C79B5C}" dt="2025-04-30T15:00:12.128" v="99" actId="1076"/>
          <ac:picMkLst>
            <pc:docMk/>
            <pc:sldMk cId="1858521055" sldId="690"/>
            <ac:picMk id="11" creationId="{10E02E43-2EA5-9D91-F3E1-D105493A5139}"/>
          </ac:picMkLst>
        </pc:picChg>
      </pc:sldChg>
      <pc:sldChg chg="modSp">
        <pc:chgData name="Lahiri, Demetrios" userId="S::dlahiri@smu.edu::9d1ad5ea-57b1-4018-85f6-0d05db0c1ea2" providerId="AD" clId="Web-{AECA3316-73A9-7695-51CF-9853D4C79B5C}" dt="2025-04-30T15:09:48.368" v="273" actId="20577"/>
        <pc:sldMkLst>
          <pc:docMk/>
          <pc:sldMk cId="1524050222" sldId="693"/>
        </pc:sldMkLst>
        <pc:spChg chg="mod">
          <ac:chgData name="Lahiri, Demetrios" userId="S::dlahiri@smu.edu::9d1ad5ea-57b1-4018-85f6-0d05db0c1ea2" providerId="AD" clId="Web-{AECA3316-73A9-7695-51CF-9853D4C79B5C}" dt="2025-04-30T15:09:48.368" v="273" actId="20577"/>
          <ac:spMkLst>
            <pc:docMk/>
            <pc:sldMk cId="1524050222" sldId="693"/>
            <ac:spMk id="7" creationId="{165C15A8-E0B4-D645-C5B0-153FADA7DC1B}"/>
          </ac:spMkLst>
        </pc:spChg>
      </pc:sldChg>
    </pc:docChg>
  </pc:docChgLst>
  <pc:docChgLst>
    <pc:chgData name="Lahiri, Demetrios" userId="S::dlahiri@smu.edu::9d1ad5ea-57b1-4018-85f6-0d05db0c1ea2" providerId="AD" clId="Web-{33774333-907D-2364-38A5-191BE88830FC}"/>
    <pc:docChg chg="addSld delSld">
      <pc:chgData name="Lahiri, Demetrios" userId="S::dlahiri@smu.edu::9d1ad5ea-57b1-4018-85f6-0d05db0c1ea2" providerId="AD" clId="Web-{33774333-907D-2364-38A5-191BE88830FC}" dt="2025-04-30T17:13:17.124" v="2"/>
      <pc:docMkLst>
        <pc:docMk/>
      </pc:docMkLst>
      <pc:sldChg chg="add del">
        <pc:chgData name="Lahiri, Demetrios" userId="S::dlahiri@smu.edu::9d1ad5ea-57b1-4018-85f6-0d05db0c1ea2" providerId="AD" clId="Web-{33774333-907D-2364-38A5-191BE88830FC}" dt="2025-04-30T17:13:17.124" v="2"/>
        <pc:sldMkLst>
          <pc:docMk/>
          <pc:sldMk cId="1129092985" sldId="694"/>
        </pc:sldMkLst>
      </pc:sldChg>
    </pc:docChg>
  </pc:docChgLst>
  <pc:docChgLst>
    <pc:chgData name="Lahiri, Demetrios" userId="S::dlahiri@smu.edu::9d1ad5ea-57b1-4018-85f6-0d05db0c1ea2" providerId="AD" clId="Web-{7FA0B9DB-6D66-EA52-CB9C-336AD3E38121}"/>
    <pc:docChg chg="modSld">
      <pc:chgData name="Lahiri, Demetrios" userId="S::dlahiri@smu.edu::9d1ad5ea-57b1-4018-85f6-0d05db0c1ea2" providerId="AD" clId="Web-{7FA0B9DB-6D66-EA52-CB9C-336AD3E38121}" dt="2025-04-28T17:07:03.138" v="118" actId="20577"/>
      <pc:docMkLst>
        <pc:docMk/>
      </pc:docMkLst>
      <pc:sldChg chg="modSp">
        <pc:chgData name="Lahiri, Demetrios" userId="S::dlahiri@smu.edu::9d1ad5ea-57b1-4018-85f6-0d05db0c1ea2" providerId="AD" clId="Web-{7FA0B9DB-6D66-EA52-CB9C-336AD3E38121}" dt="2025-04-28T17:07:03.138" v="118" actId="20577"/>
        <pc:sldMkLst>
          <pc:docMk/>
          <pc:sldMk cId="2204278369" sldId="279"/>
        </pc:sldMkLst>
        <pc:spChg chg="mod">
          <ac:chgData name="Lahiri, Demetrios" userId="S::dlahiri@smu.edu::9d1ad5ea-57b1-4018-85f6-0d05db0c1ea2" providerId="AD" clId="Web-{7FA0B9DB-6D66-EA52-CB9C-336AD3E38121}" dt="2025-04-28T17:04:04.913" v="29" actId="20577"/>
          <ac:spMkLst>
            <pc:docMk/>
            <pc:sldMk cId="2204278369" sldId="279"/>
            <ac:spMk id="2" creationId="{56140C4E-4396-0F28-5699-21BA9AFF53C9}"/>
          </ac:spMkLst>
        </pc:spChg>
        <pc:spChg chg="mod">
          <ac:chgData name="Lahiri, Demetrios" userId="S::dlahiri@smu.edu::9d1ad5ea-57b1-4018-85f6-0d05db0c1ea2" providerId="AD" clId="Web-{7FA0B9DB-6D66-EA52-CB9C-336AD3E38121}" dt="2025-04-28T17:07:03.138" v="118" actId="20577"/>
          <ac:spMkLst>
            <pc:docMk/>
            <pc:sldMk cId="2204278369" sldId="279"/>
            <ac:spMk id="3" creationId="{B459024D-4E10-F5C5-8178-BBD9C3E290C0}"/>
          </ac:spMkLst>
        </pc:spChg>
      </pc:sldChg>
    </pc:docChg>
  </pc:docChgLst>
  <pc:docChgLst>
    <pc:chgData name="Eun, Morgan" userId="dbb1ad2b-7e27-4a54-93ef-47628e7a32c9" providerId="ADAL" clId="{0FEE287E-1966-394B-94BF-53038D774F09}"/>
    <pc:docChg chg="undo redo custSel addSld delSld modSld sldOrd">
      <pc:chgData name="Eun, Morgan" userId="dbb1ad2b-7e27-4a54-93ef-47628e7a32c9" providerId="ADAL" clId="{0FEE287E-1966-394B-94BF-53038D774F09}" dt="2025-04-30T21:00:00.425" v="7928" actId="1076"/>
      <pc:docMkLst>
        <pc:docMk/>
      </pc:docMkLst>
      <pc:sldChg chg="addSp modSp mod">
        <pc:chgData name="Eun, Morgan" userId="dbb1ad2b-7e27-4a54-93ef-47628e7a32c9" providerId="ADAL" clId="{0FEE287E-1966-394B-94BF-53038D774F09}" dt="2025-04-30T19:28:01.190" v="7873" actId="20577"/>
        <pc:sldMkLst>
          <pc:docMk/>
          <pc:sldMk cId="1505823097" sldId="265"/>
        </pc:sldMkLst>
        <pc:spChg chg="mod">
          <ac:chgData name="Eun, Morgan" userId="dbb1ad2b-7e27-4a54-93ef-47628e7a32c9" providerId="ADAL" clId="{0FEE287E-1966-394B-94BF-53038D774F09}" dt="2025-04-30T19:28:01.190" v="7873" actId="20577"/>
          <ac:spMkLst>
            <pc:docMk/>
            <pc:sldMk cId="1505823097" sldId="265"/>
            <ac:spMk id="3" creationId="{67376405-A736-F70F-6BFC-69505CA7DFE0}"/>
          </ac:spMkLst>
        </pc:spChg>
        <pc:spChg chg="mod">
          <ac:chgData name="Eun, Morgan" userId="dbb1ad2b-7e27-4a54-93ef-47628e7a32c9" providerId="ADAL" clId="{0FEE287E-1966-394B-94BF-53038D774F09}" dt="2025-04-30T04:30:44.966" v="7650" actId="20577"/>
          <ac:spMkLst>
            <pc:docMk/>
            <pc:sldMk cId="1505823097" sldId="265"/>
            <ac:spMk id="4" creationId="{DC21E3BA-9ED9-DE5F-1A1D-F51EE48DC6DA}"/>
          </ac:spMkLst>
        </pc:spChg>
      </pc:sldChg>
      <pc:sldChg chg="addSp delSp modSp add del mod">
        <pc:chgData name="Eun, Morgan" userId="dbb1ad2b-7e27-4a54-93ef-47628e7a32c9" providerId="ADAL" clId="{0FEE287E-1966-394B-94BF-53038D774F09}" dt="2025-04-29T01:41:50.134" v="3367" actId="2696"/>
        <pc:sldMkLst>
          <pc:docMk/>
          <pc:sldMk cId="3880315650" sldId="266"/>
        </pc:sldMkLst>
        <pc:spChg chg="mod">
          <ac:chgData name="Eun, Morgan" userId="dbb1ad2b-7e27-4a54-93ef-47628e7a32c9" providerId="ADAL" clId="{0FEE287E-1966-394B-94BF-53038D774F09}" dt="2025-04-29T00:42:00.489" v="2034" actId="20577"/>
          <ac:spMkLst>
            <pc:docMk/>
            <pc:sldMk cId="3880315650" sldId="266"/>
            <ac:spMk id="2" creationId="{6D5B14C7-1FF8-8204-0EC8-41F0B4E6867A}"/>
          </ac:spMkLst>
        </pc:spChg>
        <pc:spChg chg="add mod">
          <ac:chgData name="Eun, Morgan" userId="dbb1ad2b-7e27-4a54-93ef-47628e7a32c9" providerId="ADAL" clId="{0FEE287E-1966-394B-94BF-53038D774F09}" dt="2025-04-29T00:42:16.712" v="2038" actId="14100"/>
          <ac:spMkLst>
            <pc:docMk/>
            <pc:sldMk cId="3880315650" sldId="266"/>
            <ac:spMk id="6" creationId="{768D2EC5-C194-5794-AB3A-7856223BFCBD}"/>
          </ac:spMkLst>
        </pc:spChg>
        <pc:spChg chg="del">
          <ac:chgData name="Eun, Morgan" userId="dbb1ad2b-7e27-4a54-93ef-47628e7a32c9" providerId="ADAL" clId="{0FEE287E-1966-394B-94BF-53038D774F09}" dt="2025-04-29T00:42:19.401" v="2039" actId="478"/>
          <ac:spMkLst>
            <pc:docMk/>
            <pc:sldMk cId="3880315650" sldId="266"/>
            <ac:spMk id="14" creationId="{1BDFDA33-90AA-E482-B7DE-F414212ADB77}"/>
          </ac:spMkLst>
        </pc:spChg>
        <pc:spChg chg="add del mod">
          <ac:chgData name="Eun, Morgan" userId="dbb1ad2b-7e27-4a54-93ef-47628e7a32c9" providerId="ADAL" clId="{0FEE287E-1966-394B-94BF-53038D774F09}" dt="2025-04-29T00:42:29.981" v="2046" actId="20577"/>
          <ac:spMkLst>
            <pc:docMk/>
            <pc:sldMk cId="3880315650" sldId="266"/>
            <ac:spMk id="17" creationId="{8067EAA7-2BEB-339C-FB84-63B5D61C0F79}"/>
          </ac:spMkLst>
        </pc:spChg>
        <pc:spChg chg="mod">
          <ac:chgData name="Eun, Morgan" userId="dbb1ad2b-7e27-4a54-93ef-47628e7a32c9" providerId="ADAL" clId="{0FEE287E-1966-394B-94BF-53038D774F09}" dt="2025-04-29T00:42:39.530" v="2050" actId="20577"/>
          <ac:spMkLst>
            <pc:docMk/>
            <pc:sldMk cId="3880315650" sldId="266"/>
            <ac:spMk id="18" creationId="{C563C76E-ACAE-8076-FD74-1DCBDEB22D53}"/>
          </ac:spMkLst>
        </pc:spChg>
        <pc:spChg chg="del mod">
          <ac:chgData name="Eun, Morgan" userId="dbb1ad2b-7e27-4a54-93ef-47628e7a32c9" providerId="ADAL" clId="{0FEE287E-1966-394B-94BF-53038D774F09}" dt="2025-04-29T00:42:21.803" v="2041" actId="478"/>
          <ac:spMkLst>
            <pc:docMk/>
            <pc:sldMk cId="3880315650" sldId="266"/>
            <ac:spMk id="24" creationId="{F47BAC48-8CFF-8852-B8ED-03C25B60866E}"/>
          </ac:spMkLst>
        </pc:spChg>
        <pc:picChg chg="del">
          <ac:chgData name="Eun, Morgan" userId="dbb1ad2b-7e27-4a54-93ef-47628e7a32c9" providerId="ADAL" clId="{0FEE287E-1966-394B-94BF-53038D774F09}" dt="2025-04-29T00:42:05.889" v="2037" actId="478"/>
          <ac:picMkLst>
            <pc:docMk/>
            <pc:sldMk cId="3880315650" sldId="266"/>
            <ac:picMk id="5" creationId="{7A96D059-586B-FB3A-DD44-98AAF67FF4AD}"/>
          </ac:picMkLst>
        </pc:picChg>
        <pc:picChg chg="del">
          <ac:chgData name="Eun, Morgan" userId="dbb1ad2b-7e27-4a54-93ef-47628e7a32c9" providerId="ADAL" clId="{0FEE287E-1966-394B-94BF-53038D774F09}" dt="2025-04-29T00:42:05.069" v="2036" actId="478"/>
          <ac:picMkLst>
            <pc:docMk/>
            <pc:sldMk cId="3880315650" sldId="266"/>
            <ac:picMk id="7" creationId="{8F820CD9-E1DA-C390-5E1C-692C5B63C3C5}"/>
          </ac:picMkLst>
        </pc:picChg>
        <pc:picChg chg="del">
          <ac:chgData name="Eun, Morgan" userId="dbb1ad2b-7e27-4a54-93ef-47628e7a32c9" providerId="ADAL" clId="{0FEE287E-1966-394B-94BF-53038D774F09}" dt="2025-04-29T00:42:04.219" v="2035" actId="478"/>
          <ac:picMkLst>
            <pc:docMk/>
            <pc:sldMk cId="3880315650" sldId="266"/>
            <ac:picMk id="16" creationId="{159EF9EA-E49A-2E71-F50C-BED4A1B9DCCA}"/>
          </ac:picMkLst>
        </pc:picChg>
        <pc:picChg chg="add del">
          <ac:chgData name="Eun, Morgan" userId="dbb1ad2b-7e27-4a54-93ef-47628e7a32c9" providerId="ADAL" clId="{0FEE287E-1966-394B-94BF-53038D774F09}" dt="2025-04-29T01:41:04.642" v="3366" actId="478"/>
          <ac:picMkLst>
            <pc:docMk/>
            <pc:sldMk cId="3880315650" sldId="266"/>
            <ac:picMk id="19" creationId="{4B638893-888C-505F-FC69-04D8606A8D57}"/>
          </ac:picMkLst>
        </pc:picChg>
        <pc:picChg chg="del">
          <ac:chgData name="Eun, Morgan" userId="dbb1ad2b-7e27-4a54-93ef-47628e7a32c9" providerId="ADAL" clId="{0FEE287E-1966-394B-94BF-53038D774F09}" dt="2025-04-29T01:41:04.642" v="3366" actId="478"/>
          <ac:picMkLst>
            <pc:docMk/>
            <pc:sldMk cId="3880315650" sldId="266"/>
            <ac:picMk id="20" creationId="{06FEFD98-8D0C-2E76-E6B7-9D212359DCC0}"/>
          </ac:picMkLst>
        </pc:picChg>
      </pc:sldChg>
      <pc:sldChg chg="addSp delSp modSp mod">
        <pc:chgData name="Eun, Morgan" userId="dbb1ad2b-7e27-4a54-93ef-47628e7a32c9" providerId="ADAL" clId="{0FEE287E-1966-394B-94BF-53038D774F09}" dt="2025-04-30T01:16:52.073" v="6168" actId="20577"/>
        <pc:sldMkLst>
          <pc:docMk/>
          <pc:sldMk cId="1485909516" sldId="278"/>
        </pc:sldMkLst>
        <pc:spChg chg="mod">
          <ac:chgData name="Eun, Morgan" userId="dbb1ad2b-7e27-4a54-93ef-47628e7a32c9" providerId="ADAL" clId="{0FEE287E-1966-394B-94BF-53038D774F09}" dt="2025-04-27T19:31:10.974" v="151" actId="20577"/>
          <ac:spMkLst>
            <pc:docMk/>
            <pc:sldMk cId="1485909516" sldId="278"/>
            <ac:spMk id="2" creationId="{70065272-B427-C3B2-BCA4-56F952DB8AED}"/>
          </ac:spMkLst>
        </pc:spChg>
        <pc:spChg chg="mod">
          <ac:chgData name="Eun, Morgan" userId="dbb1ad2b-7e27-4a54-93ef-47628e7a32c9" providerId="ADAL" clId="{0FEE287E-1966-394B-94BF-53038D774F09}" dt="2025-04-30T01:16:52.073" v="6168" actId="20577"/>
          <ac:spMkLst>
            <pc:docMk/>
            <pc:sldMk cId="1485909516" sldId="278"/>
            <ac:spMk id="3" creationId="{B4FDFE16-9A3E-3152-D929-C68158E4998E}"/>
          </ac:spMkLst>
        </pc:spChg>
        <pc:spChg chg="add del mod">
          <ac:chgData name="Eun, Morgan" userId="dbb1ad2b-7e27-4a54-93ef-47628e7a32c9" providerId="ADAL" clId="{0FEE287E-1966-394B-94BF-53038D774F09}" dt="2025-04-27T19:32:24.552" v="170" actId="20577"/>
          <ac:spMkLst>
            <pc:docMk/>
            <pc:sldMk cId="1485909516" sldId="278"/>
            <ac:spMk id="4" creationId="{BE8DB9D5-247C-DD66-A9E9-DED0842B7033}"/>
          </ac:spMkLst>
        </pc:spChg>
      </pc:sldChg>
      <pc:sldChg chg="addSp delSp modSp mod modNotesTx">
        <pc:chgData name="Eun, Morgan" userId="dbb1ad2b-7e27-4a54-93ef-47628e7a32c9" providerId="ADAL" clId="{0FEE287E-1966-394B-94BF-53038D774F09}" dt="2025-04-30T20:33:26.232" v="7926" actId="1076"/>
        <pc:sldMkLst>
          <pc:docMk/>
          <pc:sldMk cId="2204278369" sldId="279"/>
        </pc:sldMkLst>
        <pc:spChg chg="mod">
          <ac:chgData name="Eun, Morgan" userId="dbb1ad2b-7e27-4a54-93ef-47628e7a32c9" providerId="ADAL" clId="{0FEE287E-1966-394B-94BF-53038D774F09}" dt="2025-04-30T00:47:18.108" v="5588" actId="20577"/>
          <ac:spMkLst>
            <pc:docMk/>
            <pc:sldMk cId="2204278369" sldId="279"/>
            <ac:spMk id="2" creationId="{56140C4E-4396-0F28-5699-21BA9AFF53C9}"/>
          </ac:spMkLst>
        </pc:spChg>
        <pc:spChg chg="mod">
          <ac:chgData name="Eun, Morgan" userId="dbb1ad2b-7e27-4a54-93ef-47628e7a32c9" providerId="ADAL" clId="{0FEE287E-1966-394B-94BF-53038D774F09}" dt="2025-04-30T04:25:29.086" v="7614" actId="207"/>
          <ac:spMkLst>
            <pc:docMk/>
            <pc:sldMk cId="2204278369" sldId="279"/>
            <ac:spMk id="3" creationId="{B459024D-4E10-F5C5-8178-BBD9C3E290C0}"/>
          </ac:spMkLst>
        </pc:spChg>
        <pc:spChg chg="mod">
          <ac:chgData name="Eun, Morgan" userId="dbb1ad2b-7e27-4a54-93ef-47628e7a32c9" providerId="ADAL" clId="{0FEE287E-1966-394B-94BF-53038D774F09}" dt="2025-04-29T06:39:23.053" v="4064" actId="20577"/>
          <ac:spMkLst>
            <pc:docMk/>
            <pc:sldMk cId="2204278369" sldId="279"/>
            <ac:spMk id="4" creationId="{052BBF47-4639-0A62-6009-AFAD5F88287A}"/>
          </ac:spMkLst>
        </pc:spChg>
        <pc:spChg chg="mod">
          <ac:chgData name="Eun, Morgan" userId="dbb1ad2b-7e27-4a54-93ef-47628e7a32c9" providerId="ADAL" clId="{0FEE287E-1966-394B-94BF-53038D774F09}" dt="2025-04-30T04:25:33.235" v="7615" actId="207"/>
          <ac:spMkLst>
            <pc:docMk/>
            <pc:sldMk cId="2204278369" sldId="279"/>
            <ac:spMk id="6" creationId="{1117B20C-CCB6-8454-6C29-A9AF6C7BD1EE}"/>
          </ac:spMkLst>
        </pc:spChg>
        <pc:spChg chg="add mod">
          <ac:chgData name="Eun, Morgan" userId="dbb1ad2b-7e27-4a54-93ef-47628e7a32c9" providerId="ADAL" clId="{0FEE287E-1966-394B-94BF-53038D774F09}" dt="2025-04-30T02:03:25.631" v="6737" actId="1076"/>
          <ac:spMkLst>
            <pc:docMk/>
            <pc:sldMk cId="2204278369" sldId="279"/>
            <ac:spMk id="9" creationId="{30CF2952-416B-1B66-A5DA-FA4529208B5E}"/>
          </ac:spMkLst>
        </pc:spChg>
        <pc:spChg chg="add mod">
          <ac:chgData name="Eun, Morgan" userId="dbb1ad2b-7e27-4a54-93ef-47628e7a32c9" providerId="ADAL" clId="{0FEE287E-1966-394B-94BF-53038D774F09}" dt="2025-04-30T01:17:58.035" v="6204" actId="20577"/>
          <ac:spMkLst>
            <pc:docMk/>
            <pc:sldMk cId="2204278369" sldId="279"/>
            <ac:spMk id="12" creationId="{9B24EC75-B2E6-0D0B-F2B8-C12B2782261A}"/>
          </ac:spMkLst>
        </pc:spChg>
        <pc:picChg chg="mod">
          <ac:chgData name="Eun, Morgan" userId="dbb1ad2b-7e27-4a54-93ef-47628e7a32c9" providerId="ADAL" clId="{0FEE287E-1966-394B-94BF-53038D774F09}" dt="2025-04-30T20:33:26.232" v="7926" actId="1076"/>
          <ac:picMkLst>
            <pc:docMk/>
            <pc:sldMk cId="2204278369" sldId="279"/>
            <ac:picMk id="10" creationId="{A0185114-A37D-C855-8F8A-53308DD1BC27}"/>
          </ac:picMkLst>
        </pc:picChg>
        <pc:picChg chg="mod">
          <ac:chgData name="Eun, Morgan" userId="dbb1ad2b-7e27-4a54-93ef-47628e7a32c9" providerId="ADAL" clId="{0FEE287E-1966-394B-94BF-53038D774F09}" dt="2025-04-30T01:05:11.434" v="5983"/>
          <ac:picMkLst>
            <pc:docMk/>
            <pc:sldMk cId="2204278369" sldId="279"/>
            <ac:picMk id="14" creationId="{A1828716-5E47-440A-3C9D-C9714616EE25}"/>
          </ac:picMkLst>
        </pc:picChg>
        <pc:picChg chg="add del mod">
          <ac:chgData name="Eun, Morgan" userId="dbb1ad2b-7e27-4a54-93ef-47628e7a32c9" providerId="ADAL" clId="{0FEE287E-1966-394B-94BF-53038D774F09}" dt="2025-04-30T01:45:17.601" v="6652" actId="478"/>
          <ac:picMkLst>
            <pc:docMk/>
            <pc:sldMk cId="2204278369" sldId="279"/>
            <ac:picMk id="15" creationId="{1A73902D-585D-A5AF-A89A-7213AC54007C}"/>
          </ac:picMkLst>
        </pc:picChg>
      </pc:sldChg>
      <pc:sldChg chg="addSp delSp modSp mod">
        <pc:chgData name="Eun, Morgan" userId="dbb1ad2b-7e27-4a54-93ef-47628e7a32c9" providerId="ADAL" clId="{0FEE287E-1966-394B-94BF-53038D774F09}" dt="2025-04-30T18:25:29.567" v="7872" actId="20577"/>
        <pc:sldMkLst>
          <pc:docMk/>
          <pc:sldMk cId="2012267991" sldId="280"/>
        </pc:sldMkLst>
        <pc:spChg chg="mod">
          <ac:chgData name="Eun, Morgan" userId="dbb1ad2b-7e27-4a54-93ef-47628e7a32c9" providerId="ADAL" clId="{0FEE287E-1966-394B-94BF-53038D774F09}" dt="2025-04-28T21:38:41.595" v="1633" actId="20577"/>
          <ac:spMkLst>
            <pc:docMk/>
            <pc:sldMk cId="2012267991" sldId="280"/>
            <ac:spMk id="6" creationId="{7227299B-8512-10B0-622E-C1DC7995537D}"/>
          </ac:spMkLst>
        </pc:spChg>
        <pc:spChg chg="mod">
          <ac:chgData name="Eun, Morgan" userId="dbb1ad2b-7e27-4a54-93ef-47628e7a32c9" providerId="ADAL" clId="{0FEE287E-1966-394B-94BF-53038D774F09}" dt="2025-04-30T18:25:29.567" v="7872" actId="20577"/>
          <ac:spMkLst>
            <pc:docMk/>
            <pc:sldMk cId="2012267991" sldId="280"/>
            <ac:spMk id="7" creationId="{B1353D64-8A59-23E8-97F9-2C0035D495F7}"/>
          </ac:spMkLst>
        </pc:spChg>
        <pc:spChg chg="del">
          <ac:chgData name="Eun, Morgan" userId="dbb1ad2b-7e27-4a54-93ef-47628e7a32c9" providerId="ADAL" clId="{0FEE287E-1966-394B-94BF-53038D774F09}" dt="2025-04-29T02:54:22.219" v="3532"/>
          <ac:spMkLst>
            <pc:docMk/>
            <pc:sldMk cId="2012267991" sldId="280"/>
            <ac:spMk id="8" creationId="{227667D5-5935-CE03-825F-BA74CFB52F59}"/>
          </ac:spMkLst>
        </pc:spChg>
        <pc:spChg chg="mod">
          <ac:chgData name="Eun, Morgan" userId="dbb1ad2b-7e27-4a54-93ef-47628e7a32c9" providerId="ADAL" clId="{0FEE287E-1966-394B-94BF-53038D774F09}" dt="2025-04-30T02:44:57.311" v="7350" actId="20577"/>
          <ac:spMkLst>
            <pc:docMk/>
            <pc:sldMk cId="2012267991" sldId="280"/>
            <ac:spMk id="9" creationId="{7E653C0D-868B-9F63-0E72-191ABEBFF3BE}"/>
          </ac:spMkLst>
        </pc:spChg>
        <pc:spChg chg="add del mod">
          <ac:chgData name="Eun, Morgan" userId="dbb1ad2b-7e27-4a54-93ef-47628e7a32c9" providerId="ADAL" clId="{0FEE287E-1966-394B-94BF-53038D774F09}" dt="2025-04-30T01:29:14.951" v="6278" actId="478"/>
          <ac:spMkLst>
            <pc:docMk/>
            <pc:sldMk cId="2012267991" sldId="280"/>
            <ac:spMk id="16" creationId="{5FC4FCAC-2DBC-04F3-E343-AF435A917F74}"/>
          </ac:spMkLst>
        </pc:spChg>
        <pc:picChg chg="add del mod">
          <ac:chgData name="Eun, Morgan" userId="dbb1ad2b-7e27-4a54-93ef-47628e7a32c9" providerId="ADAL" clId="{0FEE287E-1966-394B-94BF-53038D774F09}" dt="2025-04-29T02:55:18.944" v="3548" actId="478"/>
          <ac:picMkLst>
            <pc:docMk/>
            <pc:sldMk cId="2012267991" sldId="280"/>
            <ac:picMk id="3" creationId="{28173528-DB09-31F4-37B8-579903F089DF}"/>
          </ac:picMkLst>
        </pc:picChg>
        <pc:picChg chg="add del mod">
          <ac:chgData name="Eun, Morgan" userId="dbb1ad2b-7e27-4a54-93ef-47628e7a32c9" providerId="ADAL" clId="{0FEE287E-1966-394B-94BF-53038D774F09}" dt="2025-04-29T02:54:58.364" v="3542" actId="478"/>
          <ac:picMkLst>
            <pc:docMk/>
            <pc:sldMk cId="2012267991" sldId="280"/>
            <ac:picMk id="10" creationId="{C7DBED0E-04D3-63F4-B37C-BCE24FF7934E}"/>
          </ac:picMkLst>
        </pc:picChg>
        <pc:picChg chg="add del mod">
          <ac:chgData name="Eun, Morgan" userId="dbb1ad2b-7e27-4a54-93ef-47628e7a32c9" providerId="ADAL" clId="{0FEE287E-1966-394B-94BF-53038D774F09}" dt="2025-04-29T02:54:41.435" v="3537" actId="478"/>
          <ac:picMkLst>
            <pc:docMk/>
            <pc:sldMk cId="2012267991" sldId="280"/>
            <ac:picMk id="12" creationId="{B43F6EDD-FF7A-0EA8-ABCA-27739C713956}"/>
          </ac:picMkLst>
        </pc:picChg>
        <pc:picChg chg="add del mod">
          <ac:chgData name="Eun, Morgan" userId="dbb1ad2b-7e27-4a54-93ef-47628e7a32c9" providerId="ADAL" clId="{0FEE287E-1966-394B-94BF-53038D774F09}" dt="2025-04-29T02:55:21.718" v="3549" actId="478"/>
          <ac:picMkLst>
            <pc:docMk/>
            <pc:sldMk cId="2012267991" sldId="280"/>
            <ac:picMk id="14" creationId="{D05A6DD1-C1D6-C967-0CB9-9F8652A3A7A4}"/>
          </ac:picMkLst>
        </pc:picChg>
      </pc:sldChg>
      <pc:sldChg chg="addSp delSp modSp add del mod setBg">
        <pc:chgData name="Eun, Morgan" userId="dbb1ad2b-7e27-4a54-93ef-47628e7a32c9" providerId="ADAL" clId="{0FEE287E-1966-394B-94BF-53038D774F09}" dt="2025-04-30T21:00:00.425" v="7928" actId="1076"/>
        <pc:sldMkLst>
          <pc:docMk/>
          <pc:sldMk cId="2709205666" sldId="675"/>
        </pc:sldMkLst>
        <pc:spChg chg="mod">
          <ac:chgData name="Eun, Morgan" userId="dbb1ad2b-7e27-4a54-93ef-47628e7a32c9" providerId="ADAL" clId="{0FEE287E-1966-394B-94BF-53038D774F09}" dt="2025-04-28T03:03:55.278" v="776" actId="1076"/>
          <ac:spMkLst>
            <pc:docMk/>
            <pc:sldMk cId="2709205666" sldId="675"/>
            <ac:spMk id="2" creationId="{47794BFE-8F93-4710-8FCC-F1C6F0640BF6}"/>
          </ac:spMkLst>
        </pc:spChg>
        <pc:spChg chg="mod">
          <ac:chgData name="Eun, Morgan" userId="dbb1ad2b-7e27-4a54-93ef-47628e7a32c9" providerId="ADAL" clId="{0FEE287E-1966-394B-94BF-53038D774F09}" dt="2025-04-30T21:00:00.425" v="7928" actId="1076"/>
          <ac:spMkLst>
            <pc:docMk/>
            <pc:sldMk cId="2709205666" sldId="675"/>
            <ac:spMk id="3" creationId="{BE314DDB-AFD9-8A0D-81BE-7C71EBD4906B}"/>
          </ac:spMkLst>
        </pc:spChg>
      </pc:sldChg>
      <pc:sldChg chg="delSp add del mod">
        <pc:chgData name="Eun, Morgan" userId="dbb1ad2b-7e27-4a54-93ef-47628e7a32c9" providerId="ADAL" clId="{0FEE287E-1966-394B-94BF-53038D774F09}" dt="2025-04-29T06:39:12.979" v="4042" actId="2696"/>
        <pc:sldMkLst>
          <pc:docMk/>
          <pc:sldMk cId="1742834990" sldId="682"/>
        </pc:sldMkLst>
        <pc:picChg chg="del">
          <ac:chgData name="Eun, Morgan" userId="dbb1ad2b-7e27-4a54-93ef-47628e7a32c9" providerId="ADAL" clId="{0FEE287E-1966-394B-94BF-53038D774F09}" dt="2025-04-29T06:39:11.350" v="4041" actId="478"/>
          <ac:picMkLst>
            <pc:docMk/>
            <pc:sldMk cId="1742834990" sldId="682"/>
            <ac:picMk id="6" creationId="{95D9E4FA-82CC-D2DB-3A1E-C76AC9CA8C9D}"/>
          </ac:picMkLst>
        </pc:picChg>
      </pc:sldChg>
      <pc:sldChg chg="addSp delSp modSp add mod">
        <pc:chgData name="Eun, Morgan" userId="dbb1ad2b-7e27-4a54-93ef-47628e7a32c9" providerId="ADAL" clId="{0FEE287E-1966-394B-94BF-53038D774F09}" dt="2025-04-30T17:41:21.536" v="7834" actId="20577"/>
        <pc:sldMkLst>
          <pc:docMk/>
          <pc:sldMk cId="82344637" sldId="688"/>
        </pc:sldMkLst>
        <pc:spChg chg="mod">
          <ac:chgData name="Eun, Morgan" userId="dbb1ad2b-7e27-4a54-93ef-47628e7a32c9" providerId="ADAL" clId="{0FEE287E-1966-394B-94BF-53038D774F09}" dt="2025-04-28T03:36:22.975" v="1618" actId="1076"/>
          <ac:spMkLst>
            <pc:docMk/>
            <pc:sldMk cId="82344637" sldId="688"/>
            <ac:spMk id="2" creationId="{DF7ACCA3-3722-5D8F-7AE3-C48919ED6D9F}"/>
          </ac:spMkLst>
        </pc:spChg>
        <pc:spChg chg="mod">
          <ac:chgData name="Eun, Morgan" userId="dbb1ad2b-7e27-4a54-93ef-47628e7a32c9" providerId="ADAL" clId="{0FEE287E-1966-394B-94BF-53038D774F09}" dt="2025-04-30T04:30:40.832" v="7644" actId="20577"/>
          <ac:spMkLst>
            <pc:docMk/>
            <pc:sldMk cId="82344637" sldId="688"/>
            <ac:spMk id="4" creationId="{2004611E-8D45-109D-A9C3-5869DF262823}"/>
          </ac:spMkLst>
        </pc:spChg>
        <pc:spChg chg="del mod">
          <ac:chgData name="Eun, Morgan" userId="dbb1ad2b-7e27-4a54-93ef-47628e7a32c9" providerId="ADAL" clId="{0FEE287E-1966-394B-94BF-53038D774F09}" dt="2025-04-29T01:38:55.851" v="3362" actId="478"/>
          <ac:spMkLst>
            <pc:docMk/>
            <pc:sldMk cId="82344637" sldId="688"/>
            <ac:spMk id="5" creationId="{576C5280-B685-6BD4-8D14-33EB5F3FEF93}"/>
          </ac:spMkLst>
        </pc:spChg>
        <pc:spChg chg="mod">
          <ac:chgData name="Eun, Morgan" userId="dbb1ad2b-7e27-4a54-93ef-47628e7a32c9" providerId="ADAL" clId="{0FEE287E-1966-394B-94BF-53038D774F09}" dt="2025-04-29T01:38:53.303" v="3361" actId="1076"/>
          <ac:spMkLst>
            <pc:docMk/>
            <pc:sldMk cId="82344637" sldId="688"/>
            <ac:spMk id="13" creationId="{3691D895-E839-E373-869C-94124DA67FA0}"/>
          </ac:spMkLst>
        </pc:spChg>
        <pc:spChg chg="add del mod">
          <ac:chgData name="Eun, Morgan" userId="dbb1ad2b-7e27-4a54-93ef-47628e7a32c9" providerId="ADAL" clId="{0FEE287E-1966-394B-94BF-53038D774F09}" dt="2025-04-30T17:41:21.536" v="7834" actId="20577"/>
          <ac:spMkLst>
            <pc:docMk/>
            <pc:sldMk cId="82344637" sldId="688"/>
            <ac:spMk id="15" creationId="{E5EABB8D-6F12-2F11-40B8-2181B62AEAD1}"/>
          </ac:spMkLst>
        </pc:spChg>
        <pc:spChg chg="add del mod">
          <ac:chgData name="Eun, Morgan" userId="dbb1ad2b-7e27-4a54-93ef-47628e7a32c9" providerId="ADAL" clId="{0FEE287E-1966-394B-94BF-53038D774F09}" dt="2025-04-30T17:39:56.657" v="7833" actId="20577"/>
          <ac:spMkLst>
            <pc:docMk/>
            <pc:sldMk cId="82344637" sldId="688"/>
            <ac:spMk id="21" creationId="{63F7D97E-D2E8-50D9-E376-8D6B2771A119}"/>
          </ac:spMkLst>
        </pc:spChg>
        <pc:spChg chg="add del mod">
          <ac:chgData name="Eun, Morgan" userId="dbb1ad2b-7e27-4a54-93ef-47628e7a32c9" providerId="ADAL" clId="{0FEE287E-1966-394B-94BF-53038D774F09}" dt="2025-04-29T01:42:55.706" v="3420" actId="1076"/>
          <ac:spMkLst>
            <pc:docMk/>
            <pc:sldMk cId="82344637" sldId="688"/>
            <ac:spMk id="22" creationId="{56F991D2-CD0B-E07F-3FA2-326821FF1208}"/>
          </ac:spMkLst>
        </pc:spChg>
        <pc:spChg chg="mod">
          <ac:chgData name="Eun, Morgan" userId="dbb1ad2b-7e27-4a54-93ef-47628e7a32c9" providerId="ADAL" clId="{0FEE287E-1966-394B-94BF-53038D774F09}" dt="2025-04-30T00:15:02.523" v="4996" actId="1076"/>
          <ac:spMkLst>
            <pc:docMk/>
            <pc:sldMk cId="82344637" sldId="688"/>
            <ac:spMk id="28" creationId="{A131BDC0-0BC9-DA0F-A9C2-EE25DCB6DB06}"/>
          </ac:spMkLst>
        </pc:spChg>
        <pc:spChg chg="mod">
          <ac:chgData name="Eun, Morgan" userId="dbb1ad2b-7e27-4a54-93ef-47628e7a32c9" providerId="ADAL" clId="{0FEE287E-1966-394B-94BF-53038D774F09}" dt="2025-04-29T01:38:53.303" v="3361" actId="1076"/>
          <ac:spMkLst>
            <pc:docMk/>
            <pc:sldMk cId="82344637" sldId="688"/>
            <ac:spMk id="29" creationId="{44C8C739-4E76-1991-2E81-99225DE383A6}"/>
          </ac:spMkLst>
        </pc:spChg>
        <pc:spChg chg="add mod">
          <ac:chgData name="Eun, Morgan" userId="dbb1ad2b-7e27-4a54-93ef-47628e7a32c9" providerId="ADAL" clId="{0FEE287E-1966-394B-94BF-53038D774F09}" dt="2025-04-29T02:12:05.979" v="3475" actId="20577"/>
          <ac:spMkLst>
            <pc:docMk/>
            <pc:sldMk cId="82344637" sldId="688"/>
            <ac:spMk id="36" creationId="{D401D3D3-51CA-887C-CA29-B1F044244240}"/>
          </ac:spMkLst>
        </pc:spChg>
        <pc:spChg chg="mod">
          <ac:chgData name="Eun, Morgan" userId="dbb1ad2b-7e27-4a54-93ef-47628e7a32c9" providerId="ADAL" clId="{0FEE287E-1966-394B-94BF-53038D774F09}" dt="2025-04-28T03:35:04.948" v="1600"/>
          <ac:spMkLst>
            <pc:docMk/>
            <pc:sldMk cId="82344637" sldId="688"/>
            <ac:spMk id="72" creationId="{EE74D410-C511-66C5-7533-76E02ABF8580}"/>
          </ac:spMkLst>
        </pc:spChg>
        <pc:spChg chg="mod">
          <ac:chgData name="Eun, Morgan" userId="dbb1ad2b-7e27-4a54-93ef-47628e7a32c9" providerId="ADAL" clId="{0FEE287E-1966-394B-94BF-53038D774F09}" dt="2025-04-28T03:35:04.948" v="1600"/>
          <ac:spMkLst>
            <pc:docMk/>
            <pc:sldMk cId="82344637" sldId="688"/>
            <ac:spMk id="73" creationId="{B858BD77-213C-6EAE-6F87-F77B6E977A9F}"/>
          </ac:spMkLst>
        </pc:spChg>
        <pc:spChg chg="mod">
          <ac:chgData name="Eun, Morgan" userId="dbb1ad2b-7e27-4a54-93ef-47628e7a32c9" providerId="ADAL" clId="{0FEE287E-1966-394B-94BF-53038D774F09}" dt="2025-04-28T03:35:18.622" v="1604"/>
          <ac:spMkLst>
            <pc:docMk/>
            <pc:sldMk cId="82344637" sldId="688"/>
            <ac:spMk id="78" creationId="{999BA84E-2557-81F9-715B-27F22EF7A78F}"/>
          </ac:spMkLst>
        </pc:spChg>
        <pc:spChg chg="mod">
          <ac:chgData name="Eun, Morgan" userId="dbb1ad2b-7e27-4a54-93ef-47628e7a32c9" providerId="ADAL" clId="{0FEE287E-1966-394B-94BF-53038D774F09}" dt="2025-04-28T03:35:18.622" v="1604"/>
          <ac:spMkLst>
            <pc:docMk/>
            <pc:sldMk cId="82344637" sldId="688"/>
            <ac:spMk id="79" creationId="{BE6E9EE3-2FA9-D81B-395E-5D63EF265FB4}"/>
          </ac:spMkLst>
        </pc:spChg>
        <pc:spChg chg="mod">
          <ac:chgData name="Eun, Morgan" userId="dbb1ad2b-7e27-4a54-93ef-47628e7a32c9" providerId="ADAL" clId="{0FEE287E-1966-394B-94BF-53038D774F09}" dt="2025-04-28T03:35:26.533" v="1607"/>
          <ac:spMkLst>
            <pc:docMk/>
            <pc:sldMk cId="82344637" sldId="688"/>
            <ac:spMk id="84" creationId="{B917A5A7-6FEE-23C1-928D-45C96DD4C9E1}"/>
          </ac:spMkLst>
        </pc:spChg>
        <pc:spChg chg="mod">
          <ac:chgData name="Eun, Morgan" userId="dbb1ad2b-7e27-4a54-93ef-47628e7a32c9" providerId="ADAL" clId="{0FEE287E-1966-394B-94BF-53038D774F09}" dt="2025-04-28T03:35:26.533" v="1607"/>
          <ac:spMkLst>
            <pc:docMk/>
            <pc:sldMk cId="82344637" sldId="688"/>
            <ac:spMk id="85" creationId="{D85168FC-0AB8-53DC-8DDA-5547E403B29A}"/>
          </ac:spMkLst>
        </pc:spChg>
        <pc:spChg chg="mod">
          <ac:chgData name="Eun, Morgan" userId="dbb1ad2b-7e27-4a54-93ef-47628e7a32c9" providerId="ADAL" clId="{0FEE287E-1966-394B-94BF-53038D774F09}" dt="2025-04-28T03:35:49.502" v="1614"/>
          <ac:spMkLst>
            <pc:docMk/>
            <pc:sldMk cId="82344637" sldId="688"/>
            <ac:spMk id="90" creationId="{A22C472C-5C8D-695C-F614-018429651C5B}"/>
          </ac:spMkLst>
        </pc:spChg>
        <pc:spChg chg="mod">
          <ac:chgData name="Eun, Morgan" userId="dbb1ad2b-7e27-4a54-93ef-47628e7a32c9" providerId="ADAL" clId="{0FEE287E-1966-394B-94BF-53038D774F09}" dt="2025-04-29T01:01:26.654" v="2476" actId="20578"/>
          <ac:spMkLst>
            <pc:docMk/>
            <pc:sldMk cId="82344637" sldId="688"/>
            <ac:spMk id="91" creationId="{44B7E90C-8614-A23E-BCE3-6A143BFDB64B}"/>
          </ac:spMkLst>
        </pc:spChg>
        <pc:grpChg chg="mod">
          <ac:chgData name="Eun, Morgan" userId="dbb1ad2b-7e27-4a54-93ef-47628e7a32c9" providerId="ADAL" clId="{0FEE287E-1966-394B-94BF-53038D774F09}" dt="2025-04-30T00:08:17.028" v="4843" actId="1076"/>
          <ac:grpSpMkLst>
            <pc:docMk/>
            <pc:sldMk cId="82344637" sldId="688"/>
            <ac:grpSpMk id="71" creationId="{49EA38E4-EFF4-A6EF-42CB-74DA95D4F8B9}"/>
          </ac:grpSpMkLst>
        </pc:grpChg>
        <pc:grpChg chg="add mod">
          <ac:chgData name="Eun, Morgan" userId="dbb1ad2b-7e27-4a54-93ef-47628e7a32c9" providerId="ADAL" clId="{0FEE287E-1966-394B-94BF-53038D774F09}" dt="2025-04-30T00:08:10.465" v="4842" actId="1076"/>
          <ac:grpSpMkLst>
            <pc:docMk/>
            <pc:sldMk cId="82344637" sldId="688"/>
            <ac:grpSpMk id="77" creationId="{FF840B70-B7A4-C963-5CD4-E0CFC0696D2F}"/>
          </ac:grpSpMkLst>
        </pc:grpChg>
        <pc:grpChg chg="add mod">
          <ac:chgData name="Eun, Morgan" userId="dbb1ad2b-7e27-4a54-93ef-47628e7a32c9" providerId="ADAL" clId="{0FEE287E-1966-394B-94BF-53038D774F09}" dt="2025-04-30T00:08:07.044" v="4841" actId="1076"/>
          <ac:grpSpMkLst>
            <pc:docMk/>
            <pc:sldMk cId="82344637" sldId="688"/>
            <ac:grpSpMk id="83" creationId="{942BFD7F-1F9B-5754-3F62-11BE9B79CE39}"/>
          </ac:grpSpMkLst>
        </pc:grpChg>
        <pc:grpChg chg="add mod">
          <ac:chgData name="Eun, Morgan" userId="dbb1ad2b-7e27-4a54-93ef-47628e7a32c9" providerId="ADAL" clId="{0FEE287E-1966-394B-94BF-53038D774F09}" dt="2025-04-28T03:36:10.567" v="1616" actId="1076"/>
          <ac:grpSpMkLst>
            <pc:docMk/>
            <pc:sldMk cId="82344637" sldId="688"/>
            <ac:grpSpMk id="89" creationId="{960812AA-DEB3-810F-F490-E5340A013F3C}"/>
          </ac:grpSpMkLst>
        </pc:grpChg>
        <pc:graphicFrameChg chg="mod modGraphic">
          <ac:chgData name="Eun, Morgan" userId="dbb1ad2b-7e27-4a54-93ef-47628e7a32c9" providerId="ADAL" clId="{0FEE287E-1966-394B-94BF-53038D774F09}" dt="2025-04-30T17:10:57.192" v="7805" actId="20577"/>
          <ac:graphicFrameMkLst>
            <pc:docMk/>
            <pc:sldMk cId="82344637" sldId="688"/>
            <ac:graphicFrameMk id="43" creationId="{B9510C78-EC26-EC73-1C3F-C420B4D496D0}"/>
          </ac:graphicFrameMkLst>
        </pc:graphicFrameChg>
        <pc:picChg chg="add mod modCrop">
          <ac:chgData name="Eun, Morgan" userId="dbb1ad2b-7e27-4a54-93ef-47628e7a32c9" providerId="ADAL" clId="{0FEE287E-1966-394B-94BF-53038D774F09}" dt="2025-04-29T02:55:52.916" v="3553" actId="1076"/>
          <ac:picMkLst>
            <pc:docMk/>
            <pc:sldMk cId="82344637" sldId="688"/>
            <ac:picMk id="12" creationId="{5A20B5AA-F32C-5B88-C30E-84B5624C98F9}"/>
          </ac:picMkLst>
        </pc:picChg>
        <pc:picChg chg="add mod">
          <ac:chgData name="Eun, Morgan" userId="dbb1ad2b-7e27-4a54-93ef-47628e7a32c9" providerId="ADAL" clId="{0FEE287E-1966-394B-94BF-53038D774F09}" dt="2025-04-30T00:09:30.927" v="4851" actId="1076"/>
          <ac:picMkLst>
            <pc:docMk/>
            <pc:sldMk cId="82344637" sldId="688"/>
            <ac:picMk id="24" creationId="{3323E05E-AF03-A660-5578-2879249A3CCF}"/>
          </ac:picMkLst>
        </pc:picChg>
        <pc:picChg chg="add del mod">
          <ac:chgData name="Eun, Morgan" userId="dbb1ad2b-7e27-4a54-93ef-47628e7a32c9" providerId="ADAL" clId="{0FEE287E-1966-394B-94BF-53038D774F09}" dt="2025-04-29T00:48:15.788" v="2254" actId="478"/>
          <ac:picMkLst>
            <pc:docMk/>
            <pc:sldMk cId="82344637" sldId="688"/>
            <ac:picMk id="31" creationId="{C00535E2-182E-C6E7-9A47-1B2BF6E5C57D}"/>
          </ac:picMkLst>
        </pc:picChg>
        <pc:picChg chg="add del mod modCrop">
          <ac:chgData name="Eun, Morgan" userId="dbb1ad2b-7e27-4a54-93ef-47628e7a32c9" providerId="ADAL" clId="{0FEE287E-1966-394B-94BF-53038D774F09}" dt="2025-04-29T00:48:12.087" v="2252" actId="478"/>
          <ac:picMkLst>
            <pc:docMk/>
            <pc:sldMk cId="82344637" sldId="688"/>
            <ac:picMk id="35" creationId="{8438268D-9903-C21C-5F0F-81E9BDAFD65A}"/>
          </ac:picMkLst>
        </pc:picChg>
        <pc:picChg chg="add del mod">
          <ac:chgData name="Eun, Morgan" userId="dbb1ad2b-7e27-4a54-93ef-47628e7a32c9" providerId="ADAL" clId="{0FEE287E-1966-394B-94BF-53038D774F09}" dt="2025-04-29T05:45:11.885" v="3872" actId="478"/>
          <ac:picMkLst>
            <pc:docMk/>
            <pc:sldMk cId="82344637" sldId="688"/>
            <ac:picMk id="38" creationId="{1030A8D6-F6FC-8DA3-F6E9-419B4606C31E}"/>
          </ac:picMkLst>
        </pc:picChg>
        <pc:picChg chg="add del mod">
          <ac:chgData name="Eun, Morgan" userId="dbb1ad2b-7e27-4a54-93ef-47628e7a32c9" providerId="ADAL" clId="{0FEE287E-1966-394B-94BF-53038D774F09}" dt="2025-04-30T00:09:25.994" v="4849" actId="1076"/>
          <ac:picMkLst>
            <pc:docMk/>
            <pc:sldMk cId="82344637" sldId="688"/>
            <ac:picMk id="40" creationId="{838E0CC0-7600-A9BB-5F18-6FFB60A34324}"/>
          </ac:picMkLst>
        </pc:picChg>
        <pc:picChg chg="add mod">
          <ac:chgData name="Eun, Morgan" userId="dbb1ad2b-7e27-4a54-93ef-47628e7a32c9" providerId="ADAL" clId="{0FEE287E-1966-394B-94BF-53038D774F09}" dt="2025-04-29T06:46:30.079" v="4081" actId="1076"/>
          <ac:picMkLst>
            <pc:docMk/>
            <pc:sldMk cId="82344637" sldId="688"/>
            <ac:picMk id="42" creationId="{36A88CDA-8684-4AA5-459B-4C8BB93B944F}"/>
          </ac:picMkLst>
        </pc:picChg>
      </pc:sldChg>
      <pc:sldChg chg="add del setBg">
        <pc:chgData name="Eun, Morgan" userId="dbb1ad2b-7e27-4a54-93ef-47628e7a32c9" providerId="ADAL" clId="{0FEE287E-1966-394B-94BF-53038D774F09}" dt="2025-04-28T03:02:42.120" v="745" actId="2696"/>
        <pc:sldMkLst>
          <pc:docMk/>
          <pc:sldMk cId="433305249" sldId="689"/>
        </pc:sldMkLst>
      </pc:sldChg>
      <pc:sldChg chg="modSp add mod ord">
        <pc:chgData name="Eun, Morgan" userId="dbb1ad2b-7e27-4a54-93ef-47628e7a32c9" providerId="ADAL" clId="{0FEE287E-1966-394B-94BF-53038D774F09}" dt="2025-04-29T02:52:12.105" v="3510" actId="20577"/>
        <pc:sldMkLst>
          <pc:docMk/>
          <pc:sldMk cId="3262927434" sldId="689"/>
        </pc:sldMkLst>
        <pc:spChg chg="mod">
          <ac:chgData name="Eun, Morgan" userId="dbb1ad2b-7e27-4a54-93ef-47628e7a32c9" providerId="ADAL" clId="{0FEE287E-1966-394B-94BF-53038D774F09}" dt="2025-04-28T03:13:52.449" v="1220" actId="20577"/>
          <ac:spMkLst>
            <pc:docMk/>
            <pc:sldMk cId="3262927434" sldId="689"/>
            <ac:spMk id="2" creationId="{D92BB043-1D76-9350-CB66-7C6C0AE3CF33}"/>
          </ac:spMkLst>
        </pc:spChg>
        <pc:spChg chg="mod">
          <ac:chgData name="Eun, Morgan" userId="dbb1ad2b-7e27-4a54-93ef-47628e7a32c9" providerId="ADAL" clId="{0FEE287E-1966-394B-94BF-53038D774F09}" dt="2025-04-28T03:14:09.634" v="1224" actId="20577"/>
          <ac:spMkLst>
            <pc:docMk/>
            <pc:sldMk cId="3262927434" sldId="689"/>
            <ac:spMk id="3" creationId="{ADDC5DA6-2943-20DD-AC3F-D3CF246D1C76}"/>
          </ac:spMkLst>
        </pc:spChg>
        <pc:spChg chg="mod">
          <ac:chgData name="Eun, Morgan" userId="dbb1ad2b-7e27-4a54-93ef-47628e7a32c9" providerId="ADAL" clId="{0FEE287E-1966-394B-94BF-53038D774F09}" dt="2025-04-29T02:52:12.105" v="3510" actId="20577"/>
          <ac:spMkLst>
            <pc:docMk/>
            <pc:sldMk cId="3262927434" sldId="689"/>
            <ac:spMk id="4" creationId="{C9B53A24-A926-C50E-6909-B59ECFD2C533}"/>
          </ac:spMkLst>
        </pc:spChg>
      </pc:sldChg>
      <pc:sldChg chg="addSp delSp modSp new mod">
        <pc:chgData name="Eun, Morgan" userId="dbb1ad2b-7e27-4a54-93ef-47628e7a32c9" providerId="ADAL" clId="{0FEE287E-1966-394B-94BF-53038D774F09}" dt="2025-04-30T19:50:58.130" v="7916" actId="692"/>
        <pc:sldMkLst>
          <pc:docMk/>
          <pc:sldMk cId="1858521055" sldId="690"/>
        </pc:sldMkLst>
        <pc:spChg chg="add mod">
          <ac:chgData name="Eun, Morgan" userId="dbb1ad2b-7e27-4a54-93ef-47628e7a32c9" providerId="ADAL" clId="{0FEE287E-1966-394B-94BF-53038D774F09}" dt="2025-04-30T19:50:58.130" v="7916" actId="692"/>
          <ac:spMkLst>
            <pc:docMk/>
            <pc:sldMk cId="1858521055" sldId="690"/>
            <ac:spMk id="2" creationId="{39D6B2D9-2BBC-6155-DE22-FE5A4A890736}"/>
          </ac:spMkLst>
        </pc:spChg>
        <pc:spChg chg="del">
          <ac:chgData name="Eun, Morgan" userId="dbb1ad2b-7e27-4a54-93ef-47628e7a32c9" providerId="ADAL" clId="{0FEE287E-1966-394B-94BF-53038D774F09}" dt="2025-04-29T00:33:27.593" v="1981"/>
          <ac:spMkLst>
            <pc:docMk/>
            <pc:sldMk cId="1858521055" sldId="690"/>
            <ac:spMk id="2" creationId="{59E3467F-7629-4779-7D26-C63086638B7C}"/>
          </ac:spMkLst>
        </pc:spChg>
        <pc:spChg chg="mod">
          <ac:chgData name="Eun, Morgan" userId="dbb1ad2b-7e27-4a54-93ef-47628e7a32c9" providerId="ADAL" clId="{0FEE287E-1966-394B-94BF-53038D774F09}" dt="2025-04-30T00:03:38.808" v="4837" actId="1076"/>
          <ac:spMkLst>
            <pc:docMk/>
            <pc:sldMk cId="1858521055" sldId="690"/>
            <ac:spMk id="3" creationId="{B62CDD79-84A4-3C5E-10B4-EC48939503B9}"/>
          </ac:spMkLst>
        </pc:spChg>
        <pc:spChg chg="del">
          <ac:chgData name="Eun, Morgan" userId="dbb1ad2b-7e27-4a54-93ef-47628e7a32c9" providerId="ADAL" clId="{0FEE287E-1966-394B-94BF-53038D774F09}" dt="2025-04-29T02:51:27.608" v="3476" actId="478"/>
          <ac:spMkLst>
            <pc:docMk/>
            <pc:sldMk cId="1858521055" sldId="690"/>
            <ac:spMk id="3" creationId="{B86598B1-BFD4-16D9-8C77-6AE23BF76501}"/>
          </ac:spMkLst>
        </pc:spChg>
        <pc:spChg chg="mod">
          <ac:chgData name="Eun, Morgan" userId="dbb1ad2b-7e27-4a54-93ef-47628e7a32c9" providerId="ADAL" clId="{0FEE287E-1966-394B-94BF-53038D774F09}" dt="2025-04-30T02:49:54.918" v="7365" actId="20577"/>
          <ac:spMkLst>
            <pc:docMk/>
            <pc:sldMk cId="1858521055" sldId="690"/>
            <ac:spMk id="4" creationId="{D60A0B70-A009-7213-459A-4ECAD848FCDA}"/>
          </ac:spMkLst>
        </pc:spChg>
        <pc:spChg chg="mod">
          <ac:chgData name="Eun, Morgan" userId="dbb1ad2b-7e27-4a54-93ef-47628e7a32c9" providerId="ADAL" clId="{0FEE287E-1966-394B-94BF-53038D774F09}" dt="2025-04-30T00:02:28.311" v="4835" actId="1076"/>
          <ac:spMkLst>
            <pc:docMk/>
            <pc:sldMk cId="1858521055" sldId="690"/>
            <ac:spMk id="5" creationId="{96F5D29B-FAF8-6446-6738-4CAD6B23007F}"/>
          </ac:spMkLst>
        </pc:spChg>
        <pc:spChg chg="add mod">
          <ac:chgData name="Eun, Morgan" userId="dbb1ad2b-7e27-4a54-93ef-47628e7a32c9" providerId="ADAL" clId="{0FEE287E-1966-394B-94BF-53038D774F09}" dt="2025-04-30T02:50:08.578" v="7372" actId="255"/>
          <ac:spMkLst>
            <pc:docMk/>
            <pc:sldMk cId="1858521055" sldId="690"/>
            <ac:spMk id="6" creationId="{D2DED2EA-030F-CF86-2952-62E7B98E279D}"/>
          </ac:spMkLst>
        </pc:spChg>
        <pc:spChg chg="add mod">
          <ac:chgData name="Eun, Morgan" userId="dbb1ad2b-7e27-4a54-93ef-47628e7a32c9" providerId="ADAL" clId="{0FEE287E-1966-394B-94BF-53038D774F09}" dt="2025-04-30T00:02:28.311" v="4835" actId="1076"/>
          <ac:spMkLst>
            <pc:docMk/>
            <pc:sldMk cId="1858521055" sldId="690"/>
            <ac:spMk id="7" creationId="{9FE67CC8-5C5C-29CB-92D2-25499864A2E1}"/>
          </ac:spMkLst>
        </pc:spChg>
        <pc:spChg chg="add mod">
          <ac:chgData name="Eun, Morgan" userId="dbb1ad2b-7e27-4a54-93ef-47628e7a32c9" providerId="ADAL" clId="{0FEE287E-1966-394B-94BF-53038D774F09}" dt="2025-04-30T00:02:28.311" v="4835" actId="1076"/>
          <ac:spMkLst>
            <pc:docMk/>
            <pc:sldMk cId="1858521055" sldId="690"/>
            <ac:spMk id="8" creationId="{6F09893A-7594-0A42-D135-446A889A36D2}"/>
          </ac:spMkLst>
        </pc:spChg>
        <pc:spChg chg="add mod">
          <ac:chgData name="Eun, Morgan" userId="dbb1ad2b-7e27-4a54-93ef-47628e7a32c9" providerId="ADAL" clId="{0FEE287E-1966-394B-94BF-53038D774F09}" dt="2025-04-30T00:03:38.808" v="4837" actId="1076"/>
          <ac:spMkLst>
            <pc:docMk/>
            <pc:sldMk cId="1858521055" sldId="690"/>
            <ac:spMk id="9" creationId="{0864766B-22EC-C515-157F-4DD1EFAD3C1F}"/>
          </ac:spMkLst>
        </pc:spChg>
        <pc:spChg chg="add del mod">
          <ac:chgData name="Eun, Morgan" userId="dbb1ad2b-7e27-4a54-93ef-47628e7a32c9" providerId="ADAL" clId="{0FEE287E-1966-394B-94BF-53038D774F09}" dt="2025-04-29T22:42:19.410" v="4288" actId="478"/>
          <ac:spMkLst>
            <pc:docMk/>
            <pc:sldMk cId="1858521055" sldId="690"/>
            <ac:spMk id="10" creationId="{18A72548-A53D-3E61-51A3-8DCB6F16A004}"/>
          </ac:spMkLst>
        </pc:spChg>
        <pc:spChg chg="add del mod">
          <ac:chgData name="Eun, Morgan" userId="dbb1ad2b-7e27-4a54-93ef-47628e7a32c9" providerId="ADAL" clId="{0FEE287E-1966-394B-94BF-53038D774F09}" dt="2025-04-29T22:48:41.634" v="4293" actId="478"/>
          <ac:spMkLst>
            <pc:docMk/>
            <pc:sldMk cId="1858521055" sldId="690"/>
            <ac:spMk id="12" creationId="{B83B75A4-989A-6BA1-CC21-47C108BD7D1A}"/>
          </ac:spMkLst>
        </pc:spChg>
        <pc:spChg chg="add del mod">
          <ac:chgData name="Eun, Morgan" userId="dbb1ad2b-7e27-4a54-93ef-47628e7a32c9" providerId="ADAL" clId="{0FEE287E-1966-394B-94BF-53038D774F09}" dt="2025-04-29T23:08:40.269" v="4308"/>
          <ac:spMkLst>
            <pc:docMk/>
            <pc:sldMk cId="1858521055" sldId="690"/>
            <ac:spMk id="13" creationId="{A3A1BA5F-17E7-28D0-B1E1-9EC050C94F0E}"/>
          </ac:spMkLst>
        </pc:spChg>
        <pc:spChg chg="add del mod">
          <ac:chgData name="Eun, Morgan" userId="dbb1ad2b-7e27-4a54-93ef-47628e7a32c9" providerId="ADAL" clId="{0FEE287E-1966-394B-94BF-53038D774F09}" dt="2025-04-29T23:08:39.283" v="4306"/>
          <ac:spMkLst>
            <pc:docMk/>
            <pc:sldMk cId="1858521055" sldId="690"/>
            <ac:spMk id="14" creationId="{327C3D28-DCD5-38C3-4A24-B30EA2EF718D}"/>
          </ac:spMkLst>
        </pc:spChg>
        <pc:spChg chg="add mod">
          <ac:chgData name="Eun, Morgan" userId="dbb1ad2b-7e27-4a54-93ef-47628e7a32c9" providerId="ADAL" clId="{0FEE287E-1966-394B-94BF-53038D774F09}" dt="2025-04-29T23:24:02.151" v="4402" actId="14100"/>
          <ac:spMkLst>
            <pc:docMk/>
            <pc:sldMk cId="1858521055" sldId="690"/>
            <ac:spMk id="20" creationId="{5086E2B1-0037-98ED-87FA-5F398DB8A4C6}"/>
          </ac:spMkLst>
        </pc:spChg>
        <pc:spChg chg="add mod">
          <ac:chgData name="Eun, Morgan" userId="dbb1ad2b-7e27-4a54-93ef-47628e7a32c9" providerId="ADAL" clId="{0FEE287E-1966-394B-94BF-53038D774F09}" dt="2025-04-29T23:23:40.791" v="4395" actId="164"/>
          <ac:spMkLst>
            <pc:docMk/>
            <pc:sldMk cId="1858521055" sldId="690"/>
            <ac:spMk id="21" creationId="{BFABE7F3-BD06-7C87-A1FA-DACC646826DE}"/>
          </ac:spMkLst>
        </pc:spChg>
        <pc:spChg chg="add mod">
          <ac:chgData name="Eun, Morgan" userId="dbb1ad2b-7e27-4a54-93ef-47628e7a32c9" providerId="ADAL" clId="{0FEE287E-1966-394B-94BF-53038D774F09}" dt="2025-04-29T23:23:40.791" v="4395" actId="164"/>
          <ac:spMkLst>
            <pc:docMk/>
            <pc:sldMk cId="1858521055" sldId="690"/>
            <ac:spMk id="22" creationId="{27AF84D3-9F1C-7DA0-EC4F-8AFA2DE93145}"/>
          </ac:spMkLst>
        </pc:spChg>
        <pc:spChg chg="add mod">
          <ac:chgData name="Eun, Morgan" userId="dbb1ad2b-7e27-4a54-93ef-47628e7a32c9" providerId="ADAL" clId="{0FEE287E-1966-394B-94BF-53038D774F09}" dt="2025-04-29T23:23:40.791" v="4395" actId="164"/>
          <ac:spMkLst>
            <pc:docMk/>
            <pc:sldMk cId="1858521055" sldId="690"/>
            <ac:spMk id="23" creationId="{7F11D751-2C8B-3AF6-B996-B812E1DB62ED}"/>
          </ac:spMkLst>
        </pc:spChg>
        <pc:spChg chg="add mod">
          <ac:chgData name="Eun, Morgan" userId="dbb1ad2b-7e27-4a54-93ef-47628e7a32c9" providerId="ADAL" clId="{0FEE287E-1966-394B-94BF-53038D774F09}" dt="2025-04-29T23:23:40.791" v="4395" actId="164"/>
          <ac:spMkLst>
            <pc:docMk/>
            <pc:sldMk cId="1858521055" sldId="690"/>
            <ac:spMk id="24" creationId="{02C6651B-28BD-B947-C989-FD75966D8659}"/>
          </ac:spMkLst>
        </pc:spChg>
        <pc:spChg chg="add del mod">
          <ac:chgData name="Eun, Morgan" userId="dbb1ad2b-7e27-4a54-93ef-47628e7a32c9" providerId="ADAL" clId="{0FEE287E-1966-394B-94BF-53038D774F09}" dt="2025-04-29T23:49:19.907" v="4721"/>
          <ac:spMkLst>
            <pc:docMk/>
            <pc:sldMk cId="1858521055" sldId="690"/>
            <ac:spMk id="26" creationId="{93775636-A0F4-9058-2D1F-449D3C633C42}"/>
          </ac:spMkLst>
        </pc:spChg>
        <pc:grpChg chg="add mod">
          <ac:chgData name="Eun, Morgan" userId="dbb1ad2b-7e27-4a54-93ef-47628e7a32c9" providerId="ADAL" clId="{0FEE287E-1966-394B-94BF-53038D774F09}" dt="2025-04-30T02:12:16.263" v="6752" actId="14100"/>
          <ac:grpSpMkLst>
            <pc:docMk/>
            <pc:sldMk cId="1858521055" sldId="690"/>
            <ac:grpSpMk id="25" creationId="{4672122A-E6D2-DB1A-6179-E3C1E3935A8B}"/>
          </ac:grpSpMkLst>
        </pc:grpChg>
        <pc:graphicFrameChg chg="add mod modGraphic">
          <ac:chgData name="Eun, Morgan" userId="dbb1ad2b-7e27-4a54-93ef-47628e7a32c9" providerId="ADAL" clId="{0FEE287E-1966-394B-94BF-53038D774F09}" dt="2025-04-30T03:47:50.439" v="7432" actId="113"/>
          <ac:graphicFrameMkLst>
            <pc:docMk/>
            <pc:sldMk cId="1858521055" sldId="690"/>
            <ac:graphicFrameMk id="15" creationId="{03738B03-90B0-3D94-9233-EE14278C0C29}"/>
          </ac:graphicFrameMkLst>
        </pc:graphicFrameChg>
        <pc:picChg chg="add del mod">
          <ac:chgData name="Eun, Morgan" userId="dbb1ad2b-7e27-4a54-93ef-47628e7a32c9" providerId="ADAL" clId="{0FEE287E-1966-394B-94BF-53038D774F09}" dt="2025-04-29T23:19:44.394" v="4338" actId="478"/>
          <ac:picMkLst>
            <pc:docMk/>
            <pc:sldMk cId="1858521055" sldId="690"/>
            <ac:picMk id="16" creationId="{734DAB3B-44AC-F97C-93B5-7FC1F3B6A6DD}"/>
          </ac:picMkLst>
        </pc:picChg>
        <pc:picChg chg="add del mod">
          <ac:chgData name="Eun, Morgan" userId="dbb1ad2b-7e27-4a54-93ef-47628e7a32c9" providerId="ADAL" clId="{0FEE287E-1966-394B-94BF-53038D774F09}" dt="2025-04-29T23:19:32.424" v="4336" actId="478"/>
          <ac:picMkLst>
            <pc:docMk/>
            <pc:sldMk cId="1858521055" sldId="690"/>
            <ac:picMk id="17" creationId="{46E06B1D-44AE-1E5E-C2EF-5C27054FE887}"/>
          </ac:picMkLst>
        </pc:picChg>
        <pc:picChg chg="add mod modCrop">
          <ac:chgData name="Eun, Morgan" userId="dbb1ad2b-7e27-4a54-93ef-47628e7a32c9" providerId="ADAL" clId="{0FEE287E-1966-394B-94BF-53038D774F09}" dt="2025-04-29T23:24:28.671" v="4405" actId="732"/>
          <ac:picMkLst>
            <pc:docMk/>
            <pc:sldMk cId="1858521055" sldId="690"/>
            <ac:picMk id="19" creationId="{57DF24D9-69D9-BC5C-E212-FE0AB86ACC52}"/>
          </ac:picMkLst>
        </pc:picChg>
      </pc:sldChg>
      <pc:sldChg chg="addSp delSp modSp mod">
        <pc:chgData name="Eun, Morgan" userId="dbb1ad2b-7e27-4a54-93ef-47628e7a32c9" providerId="ADAL" clId="{0FEE287E-1966-394B-94BF-53038D774F09}" dt="2025-04-30T02:50:22.238" v="7376" actId="1076"/>
        <pc:sldMkLst>
          <pc:docMk/>
          <pc:sldMk cId="2290687881" sldId="691"/>
        </pc:sldMkLst>
        <pc:spChg chg="del">
          <ac:chgData name="Eun, Morgan" userId="dbb1ad2b-7e27-4a54-93ef-47628e7a32c9" providerId="ADAL" clId="{0FEE287E-1966-394B-94BF-53038D774F09}" dt="2025-04-29T02:55:04.778" v="3545" actId="478"/>
          <ac:spMkLst>
            <pc:docMk/>
            <pc:sldMk cId="2290687881" sldId="691"/>
            <ac:spMk id="3" creationId="{8DACF94D-506C-3934-08F5-54183C181FEE}"/>
          </ac:spMkLst>
        </pc:spChg>
        <pc:spChg chg="mod">
          <ac:chgData name="Eun, Morgan" userId="dbb1ad2b-7e27-4a54-93ef-47628e7a32c9" providerId="ADAL" clId="{0FEE287E-1966-394B-94BF-53038D774F09}" dt="2025-04-29T06:53:00.892" v="4260" actId="20577"/>
          <ac:spMkLst>
            <pc:docMk/>
            <pc:sldMk cId="2290687881" sldId="691"/>
            <ac:spMk id="4" creationId="{1D73F701-44CC-6528-E174-077FF0D95420}"/>
          </ac:spMkLst>
        </pc:spChg>
        <pc:spChg chg="mod">
          <ac:chgData name="Eun, Morgan" userId="dbb1ad2b-7e27-4a54-93ef-47628e7a32c9" providerId="ADAL" clId="{0FEE287E-1966-394B-94BF-53038D774F09}" dt="2025-04-30T02:45:09.325" v="7354" actId="1076"/>
          <ac:spMkLst>
            <pc:docMk/>
            <pc:sldMk cId="2290687881" sldId="691"/>
            <ac:spMk id="6" creationId="{18AFB53F-FA9C-C2A2-014E-709D2272E7C6}"/>
          </ac:spMkLst>
        </pc:spChg>
        <pc:spChg chg="del">
          <ac:chgData name="Eun, Morgan" userId="dbb1ad2b-7e27-4a54-93ef-47628e7a32c9" providerId="ADAL" clId="{0FEE287E-1966-394B-94BF-53038D774F09}" dt="2025-04-30T00:47:58.532" v="5615" actId="478"/>
          <ac:spMkLst>
            <pc:docMk/>
            <pc:sldMk cId="2290687881" sldId="691"/>
            <ac:spMk id="10" creationId="{1CC8506B-7F45-8598-2C49-A8E8929D096C}"/>
          </ac:spMkLst>
        </pc:spChg>
        <pc:spChg chg="add mod">
          <ac:chgData name="Eun, Morgan" userId="dbb1ad2b-7e27-4a54-93ef-47628e7a32c9" providerId="ADAL" clId="{0FEE287E-1966-394B-94BF-53038D774F09}" dt="2025-04-30T02:50:13.796" v="7373" actId="1076"/>
          <ac:spMkLst>
            <pc:docMk/>
            <pc:sldMk cId="2290687881" sldId="691"/>
            <ac:spMk id="11" creationId="{9CAAE0BA-D9D0-9857-30D9-2E30E1628347}"/>
          </ac:spMkLst>
        </pc:spChg>
        <pc:spChg chg="add del mod">
          <ac:chgData name="Eun, Morgan" userId="dbb1ad2b-7e27-4a54-93ef-47628e7a32c9" providerId="ADAL" clId="{0FEE287E-1966-394B-94BF-53038D774F09}" dt="2025-04-30T01:31:26.501" v="6281" actId="478"/>
          <ac:spMkLst>
            <pc:docMk/>
            <pc:sldMk cId="2290687881" sldId="691"/>
            <ac:spMk id="12" creationId="{0DD6519A-A6D9-E4C3-E808-69DD1F3770FA}"/>
          </ac:spMkLst>
        </pc:spChg>
        <pc:picChg chg="add mod">
          <ac:chgData name="Eun, Morgan" userId="dbb1ad2b-7e27-4a54-93ef-47628e7a32c9" providerId="ADAL" clId="{0FEE287E-1966-394B-94BF-53038D774F09}" dt="2025-04-30T02:50:20.838" v="7375" actId="1076"/>
          <ac:picMkLst>
            <pc:docMk/>
            <pc:sldMk cId="2290687881" sldId="691"/>
            <ac:picMk id="7" creationId="{D027E0FE-0C84-E098-0B7E-381BBEA52757}"/>
          </ac:picMkLst>
        </pc:picChg>
        <pc:picChg chg="add mod">
          <ac:chgData name="Eun, Morgan" userId="dbb1ad2b-7e27-4a54-93ef-47628e7a32c9" providerId="ADAL" clId="{0FEE287E-1966-394B-94BF-53038D774F09}" dt="2025-04-30T02:50:22.238" v="7376" actId="1076"/>
          <ac:picMkLst>
            <pc:docMk/>
            <pc:sldMk cId="2290687881" sldId="691"/>
            <ac:picMk id="8" creationId="{3108D383-E240-B4A2-2027-12A3CFF9861B}"/>
          </ac:picMkLst>
        </pc:picChg>
        <pc:picChg chg="add del mod">
          <ac:chgData name="Eun, Morgan" userId="dbb1ad2b-7e27-4a54-93ef-47628e7a32c9" providerId="ADAL" clId="{0FEE287E-1966-394B-94BF-53038D774F09}" dt="2025-04-30T01:25:53.588" v="6261" actId="478"/>
          <ac:picMkLst>
            <pc:docMk/>
            <pc:sldMk cId="2290687881" sldId="691"/>
            <ac:picMk id="9" creationId="{BCC02B5C-B992-D11A-0D02-A73A13ABEB4F}"/>
          </ac:picMkLst>
        </pc:picChg>
      </pc:sldChg>
      <pc:sldChg chg="addSp delSp modSp add mod">
        <pc:chgData name="Eun, Morgan" userId="dbb1ad2b-7e27-4a54-93ef-47628e7a32c9" providerId="ADAL" clId="{0FEE287E-1966-394B-94BF-53038D774F09}" dt="2025-04-30T04:30:37.733" v="7638" actId="20577"/>
        <pc:sldMkLst>
          <pc:docMk/>
          <pc:sldMk cId="1422418650" sldId="692"/>
        </pc:sldMkLst>
        <pc:spChg chg="add del mod">
          <ac:chgData name="Eun, Morgan" userId="dbb1ad2b-7e27-4a54-93ef-47628e7a32c9" providerId="ADAL" clId="{0FEE287E-1966-394B-94BF-53038D774F09}" dt="2025-04-30T00:12:45.506" v="4854"/>
          <ac:spMkLst>
            <pc:docMk/>
            <pc:sldMk cId="1422418650" sldId="692"/>
            <ac:spMk id="2" creationId="{2569D31C-40DF-F25E-2264-2EAC11599991}"/>
          </ac:spMkLst>
        </pc:spChg>
        <pc:spChg chg="mod">
          <ac:chgData name="Eun, Morgan" userId="dbb1ad2b-7e27-4a54-93ef-47628e7a32c9" providerId="ADAL" clId="{0FEE287E-1966-394B-94BF-53038D774F09}" dt="2025-04-30T04:30:37.733" v="7638" actId="20577"/>
          <ac:spMkLst>
            <pc:docMk/>
            <pc:sldMk cId="1422418650" sldId="692"/>
            <ac:spMk id="4" creationId="{406E5D44-E357-2829-0948-B3C010DBF912}"/>
          </ac:spMkLst>
        </pc:spChg>
        <pc:spChg chg="mod">
          <ac:chgData name="Eun, Morgan" userId="dbb1ad2b-7e27-4a54-93ef-47628e7a32c9" providerId="ADAL" clId="{0FEE287E-1966-394B-94BF-53038D774F09}" dt="2025-04-30T02:54:36.969" v="7377" actId="1076"/>
          <ac:spMkLst>
            <pc:docMk/>
            <pc:sldMk cId="1422418650" sldId="692"/>
            <ac:spMk id="5" creationId="{32AEB027-B27C-812B-1280-088097F2B635}"/>
          </ac:spMkLst>
        </pc:spChg>
        <pc:spChg chg="mod">
          <ac:chgData name="Eun, Morgan" userId="dbb1ad2b-7e27-4a54-93ef-47628e7a32c9" providerId="ADAL" clId="{0FEE287E-1966-394B-94BF-53038D774F09}" dt="2025-04-30T01:43:43.159" v="6634" actId="1076"/>
          <ac:spMkLst>
            <pc:docMk/>
            <pc:sldMk cId="1422418650" sldId="692"/>
            <ac:spMk id="6" creationId="{2E4F6D29-9D99-A127-3772-769B275F5B69}"/>
          </ac:spMkLst>
        </pc:spChg>
        <pc:spChg chg="mod">
          <ac:chgData name="Eun, Morgan" userId="dbb1ad2b-7e27-4a54-93ef-47628e7a32c9" providerId="ADAL" clId="{0FEE287E-1966-394B-94BF-53038D774F09}" dt="2025-04-30T02:54:36.969" v="7377" actId="1076"/>
          <ac:spMkLst>
            <pc:docMk/>
            <pc:sldMk cId="1422418650" sldId="692"/>
            <ac:spMk id="7" creationId="{9554315C-5D14-CE0E-E92C-71351B9F92BA}"/>
          </ac:spMkLst>
        </pc:spChg>
        <pc:spChg chg="mod">
          <ac:chgData name="Eun, Morgan" userId="dbb1ad2b-7e27-4a54-93ef-47628e7a32c9" providerId="ADAL" clId="{0FEE287E-1966-394B-94BF-53038D774F09}" dt="2025-04-30T02:54:36.969" v="7377" actId="1076"/>
          <ac:spMkLst>
            <pc:docMk/>
            <pc:sldMk cId="1422418650" sldId="692"/>
            <ac:spMk id="8" creationId="{0AA6DE74-EF46-7218-BE01-B88812BF4C02}"/>
          </ac:spMkLst>
        </pc:spChg>
        <pc:spChg chg="mod">
          <ac:chgData name="Eun, Morgan" userId="dbb1ad2b-7e27-4a54-93ef-47628e7a32c9" providerId="ADAL" clId="{0FEE287E-1966-394B-94BF-53038D774F09}" dt="2025-04-30T02:54:36.969" v="7377" actId="1076"/>
          <ac:spMkLst>
            <pc:docMk/>
            <pc:sldMk cId="1422418650" sldId="692"/>
            <ac:spMk id="9" creationId="{BD942D87-39D0-25AD-47BB-E088145B3E35}"/>
          </ac:spMkLst>
        </pc:spChg>
        <pc:graphicFrameChg chg="add mod modGraphic">
          <ac:chgData name="Eun, Morgan" userId="dbb1ad2b-7e27-4a54-93ef-47628e7a32c9" providerId="ADAL" clId="{0FEE287E-1966-394B-94BF-53038D774F09}" dt="2025-04-30T01:59:49.436" v="6705"/>
          <ac:graphicFrameMkLst>
            <pc:docMk/>
            <pc:sldMk cId="1422418650" sldId="692"/>
            <ac:graphicFrameMk id="3" creationId="{B36D94C6-2949-3532-FD60-FD60098469EC}"/>
          </ac:graphicFrameMkLst>
        </pc:graphicFrameChg>
        <pc:graphicFrameChg chg="add mod modGraphic">
          <ac:chgData name="Eun, Morgan" userId="dbb1ad2b-7e27-4a54-93ef-47628e7a32c9" providerId="ADAL" clId="{0FEE287E-1966-394B-94BF-53038D774F09}" dt="2025-04-30T04:23:43.103" v="7592" actId="20577"/>
          <ac:graphicFrameMkLst>
            <pc:docMk/>
            <pc:sldMk cId="1422418650" sldId="692"/>
            <ac:graphicFrameMk id="10" creationId="{9CFD57A5-843F-361C-66E4-ABBFAF5AE12F}"/>
          </ac:graphicFrameMkLst>
        </pc:graphicFrameChg>
        <pc:graphicFrameChg chg="add mod modGraphic">
          <ac:chgData name="Eun, Morgan" userId="dbb1ad2b-7e27-4a54-93ef-47628e7a32c9" providerId="ADAL" clId="{0FEE287E-1966-394B-94BF-53038D774F09}" dt="2025-04-30T03:48:23.677" v="7435"/>
          <ac:graphicFrameMkLst>
            <pc:docMk/>
            <pc:sldMk cId="1422418650" sldId="692"/>
            <ac:graphicFrameMk id="13" creationId="{94A798D9-038D-6614-9D99-9784B4D28C6F}"/>
          </ac:graphicFrameMkLst>
        </pc:graphicFrameChg>
        <pc:picChg chg="add mod modCrop">
          <ac:chgData name="Eun, Morgan" userId="dbb1ad2b-7e27-4a54-93ef-47628e7a32c9" providerId="ADAL" clId="{0FEE287E-1966-394B-94BF-53038D774F09}" dt="2025-04-30T03:39:35.754" v="7382" actId="1076"/>
          <ac:picMkLst>
            <pc:docMk/>
            <pc:sldMk cId="1422418650" sldId="692"/>
            <ac:picMk id="12" creationId="{BD70503A-721F-D36B-E157-AE765E69E39D}"/>
          </ac:picMkLst>
        </pc:picChg>
        <pc:picChg chg="add mod">
          <ac:chgData name="Eun, Morgan" userId="dbb1ad2b-7e27-4a54-93ef-47628e7a32c9" providerId="ADAL" clId="{0FEE287E-1966-394B-94BF-53038D774F09}" dt="2025-04-30T03:39:35.754" v="7382" actId="1076"/>
          <ac:picMkLst>
            <pc:docMk/>
            <pc:sldMk cId="1422418650" sldId="692"/>
            <ac:picMk id="14" creationId="{DB700578-F1B6-0F40-C6D7-7FDA09A5F59E}"/>
          </ac:picMkLst>
        </pc:picChg>
        <pc:picChg chg="add mod">
          <ac:chgData name="Eun, Morgan" userId="dbb1ad2b-7e27-4a54-93ef-47628e7a32c9" providerId="ADAL" clId="{0FEE287E-1966-394B-94BF-53038D774F09}" dt="2025-04-30T03:39:35.754" v="7382" actId="1076"/>
          <ac:picMkLst>
            <pc:docMk/>
            <pc:sldMk cId="1422418650" sldId="692"/>
            <ac:picMk id="15" creationId="{BD0373F7-313E-5AD9-8CB2-2D068EC8D096}"/>
          </ac:picMkLst>
        </pc:picChg>
        <pc:picChg chg="add mod">
          <ac:chgData name="Eun, Morgan" userId="dbb1ad2b-7e27-4a54-93ef-47628e7a32c9" providerId="ADAL" clId="{0FEE287E-1966-394B-94BF-53038D774F09}" dt="2025-04-30T03:49:32.166" v="7450" actId="1076"/>
          <ac:picMkLst>
            <pc:docMk/>
            <pc:sldMk cId="1422418650" sldId="692"/>
            <ac:picMk id="16" creationId="{7BC3D5B8-58E2-0BA4-3824-C5E3E80DC88D}"/>
          </ac:picMkLst>
        </pc:picChg>
        <pc:picChg chg="add mod">
          <ac:chgData name="Eun, Morgan" userId="dbb1ad2b-7e27-4a54-93ef-47628e7a32c9" providerId="ADAL" clId="{0FEE287E-1966-394B-94BF-53038D774F09}" dt="2025-04-30T01:44:59.641" v="6650" actId="1076"/>
          <ac:picMkLst>
            <pc:docMk/>
            <pc:sldMk cId="1422418650" sldId="692"/>
            <ac:picMk id="17" creationId="{66BDA2A1-5F29-A7C0-C0B0-BF253367D002}"/>
          </ac:picMkLst>
        </pc:picChg>
        <pc:picChg chg="add mod">
          <ac:chgData name="Eun, Morgan" userId="dbb1ad2b-7e27-4a54-93ef-47628e7a32c9" providerId="ADAL" clId="{0FEE287E-1966-394B-94BF-53038D774F09}" dt="2025-04-30T02:54:36.969" v="7377" actId="1076"/>
          <ac:picMkLst>
            <pc:docMk/>
            <pc:sldMk cId="1422418650" sldId="692"/>
            <ac:picMk id="18" creationId="{6EF99C25-0344-3C9E-01E8-97E3D4CCAAA8}"/>
          </ac:picMkLst>
        </pc:picChg>
        <pc:picChg chg="add mod">
          <ac:chgData name="Eun, Morgan" userId="dbb1ad2b-7e27-4a54-93ef-47628e7a32c9" providerId="ADAL" clId="{0FEE287E-1966-394B-94BF-53038D774F09}" dt="2025-04-30T02:54:36.969" v="7377" actId="1076"/>
          <ac:picMkLst>
            <pc:docMk/>
            <pc:sldMk cId="1422418650" sldId="692"/>
            <ac:picMk id="19" creationId="{34694EB6-B439-9CA0-7D74-CA385CC09ABD}"/>
          </ac:picMkLst>
        </pc:picChg>
        <pc:picChg chg="add del mod">
          <ac:chgData name="Eun, Morgan" userId="dbb1ad2b-7e27-4a54-93ef-47628e7a32c9" providerId="ADAL" clId="{0FEE287E-1966-394B-94BF-53038D774F09}" dt="2025-04-30T01:52:41.066" v="6675" actId="478"/>
          <ac:picMkLst>
            <pc:docMk/>
            <pc:sldMk cId="1422418650" sldId="692"/>
            <ac:picMk id="20" creationId="{83ACD518-6924-8699-4EAA-B74F72A9EC2E}"/>
          </ac:picMkLst>
        </pc:picChg>
        <pc:picChg chg="add mod">
          <ac:chgData name="Eun, Morgan" userId="dbb1ad2b-7e27-4a54-93ef-47628e7a32c9" providerId="ADAL" clId="{0FEE287E-1966-394B-94BF-53038D774F09}" dt="2025-04-30T02:54:36.969" v="7377" actId="1076"/>
          <ac:picMkLst>
            <pc:docMk/>
            <pc:sldMk cId="1422418650" sldId="692"/>
            <ac:picMk id="21" creationId="{9DB808AD-BA93-8AB9-DD62-0C51111D81D8}"/>
          </ac:picMkLst>
        </pc:picChg>
        <pc:picChg chg="add del mod">
          <ac:chgData name="Eun, Morgan" userId="dbb1ad2b-7e27-4a54-93ef-47628e7a32c9" providerId="ADAL" clId="{0FEE287E-1966-394B-94BF-53038D774F09}" dt="2025-04-30T01:59:56.843" v="6708" actId="478"/>
          <ac:picMkLst>
            <pc:docMk/>
            <pc:sldMk cId="1422418650" sldId="692"/>
            <ac:picMk id="22" creationId="{E9BDC408-5316-A9C0-253E-7680055B1882}"/>
          </ac:picMkLst>
        </pc:picChg>
        <pc:picChg chg="add del mod">
          <ac:chgData name="Eun, Morgan" userId="dbb1ad2b-7e27-4a54-93ef-47628e7a32c9" providerId="ADAL" clId="{0FEE287E-1966-394B-94BF-53038D774F09}" dt="2025-04-30T02:00:08.303" v="6710" actId="478"/>
          <ac:picMkLst>
            <pc:docMk/>
            <pc:sldMk cId="1422418650" sldId="692"/>
            <ac:picMk id="23" creationId="{E79639A2-6A37-1828-6910-A5D5C17E703C}"/>
          </ac:picMkLst>
        </pc:picChg>
        <pc:picChg chg="add mod">
          <ac:chgData name="Eun, Morgan" userId="dbb1ad2b-7e27-4a54-93ef-47628e7a32c9" providerId="ADAL" clId="{0FEE287E-1966-394B-94BF-53038D774F09}" dt="2025-04-30T02:01:22.577" v="6725" actId="1076"/>
          <ac:picMkLst>
            <pc:docMk/>
            <pc:sldMk cId="1422418650" sldId="692"/>
            <ac:picMk id="24" creationId="{5CC4F292-FD77-648A-58DB-6714D96643B2}"/>
          </ac:picMkLst>
        </pc:picChg>
        <pc:picChg chg="add mod">
          <ac:chgData name="Eun, Morgan" userId="dbb1ad2b-7e27-4a54-93ef-47628e7a32c9" providerId="ADAL" clId="{0FEE287E-1966-394B-94BF-53038D774F09}" dt="2025-04-30T02:02:16.070" v="6731" actId="1076"/>
          <ac:picMkLst>
            <pc:docMk/>
            <pc:sldMk cId="1422418650" sldId="692"/>
            <ac:picMk id="25" creationId="{16FA81F3-F128-9EFD-1A6F-6F534834129B}"/>
          </ac:picMkLst>
        </pc:picChg>
        <pc:picChg chg="add del mod">
          <ac:chgData name="Eun, Morgan" userId="dbb1ad2b-7e27-4a54-93ef-47628e7a32c9" providerId="ADAL" clId="{0FEE287E-1966-394B-94BF-53038D774F09}" dt="2025-04-30T02:41:56.450" v="7267" actId="478"/>
          <ac:picMkLst>
            <pc:docMk/>
            <pc:sldMk cId="1422418650" sldId="692"/>
            <ac:picMk id="26" creationId="{E42D6D2C-4232-E6B0-DA28-43E716FDD551}"/>
          </ac:picMkLst>
        </pc:picChg>
        <pc:picChg chg="add del mod">
          <ac:chgData name="Eun, Morgan" userId="dbb1ad2b-7e27-4a54-93ef-47628e7a32c9" providerId="ADAL" clId="{0FEE287E-1966-394B-94BF-53038D774F09}" dt="2025-04-30T04:21:26.881" v="7528" actId="478"/>
          <ac:picMkLst>
            <pc:docMk/>
            <pc:sldMk cId="1422418650" sldId="692"/>
            <ac:picMk id="28" creationId="{34291A4F-5023-8508-19F1-2D96596D4DB6}"/>
          </ac:picMkLst>
        </pc:picChg>
        <pc:picChg chg="add mod">
          <ac:chgData name="Eun, Morgan" userId="dbb1ad2b-7e27-4a54-93ef-47628e7a32c9" providerId="ADAL" clId="{0FEE287E-1966-394B-94BF-53038D774F09}" dt="2025-04-30T03:48:37.040" v="7440" actId="1076"/>
          <ac:picMkLst>
            <pc:docMk/>
            <pc:sldMk cId="1422418650" sldId="692"/>
            <ac:picMk id="29" creationId="{44CB12F0-6169-064F-A00E-9D4476D4F880}"/>
          </ac:picMkLst>
        </pc:picChg>
        <pc:picChg chg="add mod">
          <ac:chgData name="Eun, Morgan" userId="dbb1ad2b-7e27-4a54-93ef-47628e7a32c9" providerId="ADAL" clId="{0FEE287E-1966-394B-94BF-53038D774F09}" dt="2025-04-30T03:49:27.576" v="7449" actId="1076"/>
          <ac:picMkLst>
            <pc:docMk/>
            <pc:sldMk cId="1422418650" sldId="692"/>
            <ac:picMk id="30" creationId="{7C7CFEE2-1AE1-FACB-3E8A-25F02B233C99}"/>
          </ac:picMkLst>
        </pc:picChg>
        <pc:picChg chg="add mod modCrop">
          <ac:chgData name="Eun, Morgan" userId="dbb1ad2b-7e27-4a54-93ef-47628e7a32c9" providerId="ADAL" clId="{0FEE287E-1966-394B-94BF-53038D774F09}" dt="2025-04-30T04:24:52.915" v="7613" actId="1076"/>
          <ac:picMkLst>
            <pc:docMk/>
            <pc:sldMk cId="1422418650" sldId="692"/>
            <ac:picMk id="32" creationId="{96A4506D-45A5-A714-24E1-F45BB9D26F7B}"/>
          </ac:picMkLst>
        </pc:picChg>
      </pc:sldChg>
      <pc:sldChg chg="addSp modSp add mod ord">
        <pc:chgData name="Eun, Morgan" userId="dbb1ad2b-7e27-4a54-93ef-47628e7a32c9" providerId="ADAL" clId="{0FEE287E-1966-394B-94BF-53038D774F09}" dt="2025-04-30T04:30:10.917" v="7632" actId="113"/>
        <pc:sldMkLst>
          <pc:docMk/>
          <pc:sldMk cId="1524050222" sldId="693"/>
        </pc:sldMkLst>
        <pc:spChg chg="add mod">
          <ac:chgData name="Eun, Morgan" userId="dbb1ad2b-7e27-4a54-93ef-47628e7a32c9" providerId="ADAL" clId="{0FEE287E-1966-394B-94BF-53038D774F09}" dt="2025-04-30T00:01:09.416" v="4812" actId="1076"/>
          <ac:spMkLst>
            <pc:docMk/>
            <pc:sldMk cId="1524050222" sldId="693"/>
            <ac:spMk id="2" creationId="{1C6D608F-2F30-3A50-D7DF-EEC51D44A0D7}"/>
          </ac:spMkLst>
        </pc:spChg>
        <pc:spChg chg="add mod">
          <ac:chgData name="Eun, Morgan" userId="dbb1ad2b-7e27-4a54-93ef-47628e7a32c9" providerId="ADAL" clId="{0FEE287E-1966-394B-94BF-53038D774F09}" dt="2025-04-30T00:01:18.360" v="4825" actId="20577"/>
          <ac:spMkLst>
            <pc:docMk/>
            <pc:sldMk cId="1524050222" sldId="693"/>
            <ac:spMk id="3" creationId="{0691474F-6419-775F-2C65-73C97E738654}"/>
          </ac:spMkLst>
        </pc:spChg>
        <pc:spChg chg="mod">
          <ac:chgData name="Eun, Morgan" userId="dbb1ad2b-7e27-4a54-93ef-47628e7a32c9" providerId="ADAL" clId="{0FEE287E-1966-394B-94BF-53038D774F09}" dt="2025-04-30T00:01:46.713" v="4831" actId="313"/>
          <ac:spMkLst>
            <pc:docMk/>
            <pc:sldMk cId="1524050222" sldId="693"/>
            <ac:spMk id="6" creationId="{02A2FB6F-B5C7-C88D-EC19-89601DE0EBE0}"/>
          </ac:spMkLst>
        </pc:spChg>
        <pc:spChg chg="mod">
          <ac:chgData name="Eun, Morgan" userId="dbb1ad2b-7e27-4a54-93ef-47628e7a32c9" providerId="ADAL" clId="{0FEE287E-1966-394B-94BF-53038D774F09}" dt="2025-04-30T00:01:41.249" v="4830" actId="1076"/>
          <ac:spMkLst>
            <pc:docMk/>
            <pc:sldMk cId="1524050222" sldId="693"/>
            <ac:spMk id="7" creationId="{165C15A8-E0B4-D645-C5B0-153FADA7DC1B}"/>
          </ac:spMkLst>
        </pc:spChg>
        <pc:spChg chg="mod">
          <ac:chgData name="Eun, Morgan" userId="dbb1ad2b-7e27-4a54-93ef-47628e7a32c9" providerId="ADAL" clId="{0FEE287E-1966-394B-94BF-53038D774F09}" dt="2025-04-30T02:45:01.625" v="7353" actId="20577"/>
          <ac:spMkLst>
            <pc:docMk/>
            <pc:sldMk cId="1524050222" sldId="693"/>
            <ac:spMk id="9" creationId="{F47C4AA6-5453-1959-AB20-F781C96575BA}"/>
          </ac:spMkLst>
        </pc:spChg>
        <pc:spChg chg="mod">
          <ac:chgData name="Eun, Morgan" userId="dbb1ad2b-7e27-4a54-93ef-47628e7a32c9" providerId="ADAL" clId="{0FEE287E-1966-394B-94BF-53038D774F09}" dt="2025-04-30T04:30:10.917" v="7632" actId="113"/>
          <ac:spMkLst>
            <pc:docMk/>
            <pc:sldMk cId="1524050222" sldId="693"/>
            <ac:spMk id="16" creationId="{F9CC5FD4-9AB6-38ED-DB45-E6FBE9FE5417}"/>
          </ac:spMkLst>
        </pc:spChg>
      </pc:sldChg>
      <pc:sldChg chg="addSp delSp modSp add mod">
        <pc:chgData name="Eun, Morgan" userId="dbb1ad2b-7e27-4a54-93ef-47628e7a32c9" providerId="ADAL" clId="{0FEE287E-1966-394B-94BF-53038D774F09}" dt="2025-04-30T17:04:21.134" v="7687" actId="27636"/>
        <pc:sldMkLst>
          <pc:docMk/>
          <pc:sldMk cId="1129092985" sldId="694"/>
        </pc:sldMkLst>
        <pc:spChg chg="add del mod">
          <ac:chgData name="Eun, Morgan" userId="dbb1ad2b-7e27-4a54-93ef-47628e7a32c9" providerId="ADAL" clId="{0FEE287E-1966-394B-94BF-53038D774F09}" dt="2025-04-30T02:24:25.293" v="6976" actId="478"/>
          <ac:spMkLst>
            <pc:docMk/>
            <pc:sldMk cId="1129092985" sldId="694"/>
            <ac:spMk id="3" creationId="{0FE273FD-E0A5-8059-7428-4B2BC0F657F6}"/>
          </ac:spMkLst>
        </pc:spChg>
        <pc:spChg chg="mod">
          <ac:chgData name="Eun, Morgan" userId="dbb1ad2b-7e27-4a54-93ef-47628e7a32c9" providerId="ADAL" clId="{0FEE287E-1966-394B-94BF-53038D774F09}" dt="2025-04-30T17:04:21.134" v="7687" actId="27636"/>
          <ac:spMkLst>
            <pc:docMk/>
            <pc:sldMk cId="1129092985" sldId="694"/>
            <ac:spMk id="6" creationId="{61B962E8-A1ED-D9C1-74CF-79FE55DF6F66}"/>
          </ac:spMkLst>
        </pc:spChg>
        <pc:spChg chg="mod">
          <ac:chgData name="Eun, Morgan" userId="dbb1ad2b-7e27-4a54-93ef-47628e7a32c9" providerId="ADAL" clId="{0FEE287E-1966-394B-94BF-53038D774F09}" dt="2025-04-30T02:49:21.490" v="7358" actId="1076"/>
          <ac:spMkLst>
            <pc:docMk/>
            <pc:sldMk cId="1129092985" sldId="694"/>
            <ac:spMk id="11" creationId="{0DB8A0AC-CAF6-C9A1-32B1-E755391BFEC3}"/>
          </ac:spMkLst>
        </pc:spChg>
        <pc:picChg chg="del">
          <ac:chgData name="Eun, Morgan" userId="dbb1ad2b-7e27-4a54-93ef-47628e7a32c9" providerId="ADAL" clId="{0FEE287E-1966-394B-94BF-53038D774F09}" dt="2025-04-30T02:24:23.312" v="6975" actId="478"/>
          <ac:picMkLst>
            <pc:docMk/>
            <pc:sldMk cId="1129092985" sldId="694"/>
            <ac:picMk id="7" creationId="{FF24E3F7-17E7-08DE-D3F6-76793ADF2246}"/>
          </ac:picMkLst>
        </pc:picChg>
        <pc:picChg chg="del">
          <ac:chgData name="Eun, Morgan" userId="dbb1ad2b-7e27-4a54-93ef-47628e7a32c9" providerId="ADAL" clId="{0FEE287E-1966-394B-94BF-53038D774F09}" dt="2025-04-30T02:24:23.312" v="6975" actId="478"/>
          <ac:picMkLst>
            <pc:docMk/>
            <pc:sldMk cId="1129092985" sldId="694"/>
            <ac:picMk id="8" creationId="{9DB05BCF-790C-8F9B-F5E2-893C7D74D0E1}"/>
          </ac:picMkLst>
        </pc:picChg>
      </pc:sldChg>
      <pc:sldChg chg="modSp add del mod">
        <pc:chgData name="Eun, Morgan" userId="dbb1ad2b-7e27-4a54-93ef-47628e7a32c9" providerId="ADAL" clId="{0FEE287E-1966-394B-94BF-53038D774F09}" dt="2025-04-30T00:47:50.255" v="5614" actId="2696"/>
        <pc:sldMkLst>
          <pc:docMk/>
          <pc:sldMk cId="3536170688" sldId="694"/>
        </pc:sldMkLst>
        <pc:spChg chg="mod">
          <ac:chgData name="Eun, Morgan" userId="dbb1ad2b-7e27-4a54-93ef-47628e7a32c9" providerId="ADAL" clId="{0FEE287E-1966-394B-94BF-53038D774F09}" dt="2025-04-30T00:46:39.667" v="5558" actId="20577"/>
          <ac:spMkLst>
            <pc:docMk/>
            <pc:sldMk cId="3536170688" sldId="694"/>
            <ac:spMk id="2" creationId="{689A4366-E458-190A-54B8-45DCC2141A6B}"/>
          </ac:spMkLst>
        </pc:spChg>
      </pc:sldChg>
      <pc:sldChg chg="addSp modSp del">
        <pc:chgData name="Eun, Morgan" userId="dbb1ad2b-7e27-4a54-93ef-47628e7a32c9" providerId="ADAL" clId="{0FEE287E-1966-394B-94BF-53038D774F09}" dt="2025-04-30T20:59:55.549" v="7927" actId="2696"/>
        <pc:sldMkLst>
          <pc:docMk/>
          <pc:sldMk cId="2815425597" sldId="696"/>
        </pc:sldMkLst>
        <pc:spChg chg="mod">
          <ac:chgData name="Eun, Morgan" userId="dbb1ad2b-7e27-4a54-93ef-47628e7a32c9" providerId="ADAL" clId="{0FEE287E-1966-394B-94BF-53038D774F09}" dt="2025-04-30T19:48:29.919" v="7874"/>
          <ac:spMkLst>
            <pc:docMk/>
            <pc:sldMk cId="2815425597" sldId="696"/>
            <ac:spMk id="7" creationId="{A2F05734-57CA-E28E-8426-FDD0303674BA}"/>
          </ac:spMkLst>
        </pc:spChg>
        <pc:spChg chg="mod">
          <ac:chgData name="Eun, Morgan" userId="dbb1ad2b-7e27-4a54-93ef-47628e7a32c9" providerId="ADAL" clId="{0FEE287E-1966-394B-94BF-53038D774F09}" dt="2025-04-30T19:48:29.919" v="7874"/>
          <ac:spMkLst>
            <pc:docMk/>
            <pc:sldMk cId="2815425597" sldId="696"/>
            <ac:spMk id="8" creationId="{4CCECE3A-C22F-F5A3-E81D-958B9161CD93}"/>
          </ac:spMkLst>
        </pc:spChg>
        <pc:spChg chg="mod">
          <ac:chgData name="Eun, Morgan" userId="dbb1ad2b-7e27-4a54-93ef-47628e7a32c9" providerId="ADAL" clId="{0FEE287E-1966-394B-94BF-53038D774F09}" dt="2025-04-30T19:48:29.919" v="7874"/>
          <ac:spMkLst>
            <pc:docMk/>
            <pc:sldMk cId="2815425597" sldId="696"/>
            <ac:spMk id="9" creationId="{E3443174-769A-FDD4-7560-3F4EDFFE2821}"/>
          </ac:spMkLst>
        </pc:spChg>
        <pc:spChg chg="mod">
          <ac:chgData name="Eun, Morgan" userId="dbb1ad2b-7e27-4a54-93ef-47628e7a32c9" providerId="ADAL" clId="{0FEE287E-1966-394B-94BF-53038D774F09}" dt="2025-04-30T19:48:29.919" v="7874"/>
          <ac:spMkLst>
            <pc:docMk/>
            <pc:sldMk cId="2815425597" sldId="696"/>
            <ac:spMk id="10" creationId="{EF44BDFF-679B-1743-796A-5AE36CBD51CE}"/>
          </ac:spMkLst>
        </pc:spChg>
        <pc:spChg chg="mod">
          <ac:chgData name="Eun, Morgan" userId="dbb1ad2b-7e27-4a54-93ef-47628e7a32c9" providerId="ADAL" clId="{0FEE287E-1966-394B-94BF-53038D774F09}" dt="2025-04-30T19:48:29.919" v="7874"/>
          <ac:spMkLst>
            <pc:docMk/>
            <pc:sldMk cId="2815425597" sldId="696"/>
            <ac:spMk id="11" creationId="{BE08011E-FB15-C911-4A50-BF566D65D18E}"/>
          </ac:spMkLst>
        </pc:spChg>
        <pc:grpChg chg="add mod">
          <ac:chgData name="Eun, Morgan" userId="dbb1ad2b-7e27-4a54-93ef-47628e7a32c9" providerId="ADAL" clId="{0FEE287E-1966-394B-94BF-53038D774F09}" dt="2025-04-30T19:48:29.919" v="7874"/>
          <ac:grpSpMkLst>
            <pc:docMk/>
            <pc:sldMk cId="2815425597" sldId="696"/>
            <ac:grpSpMk id="3" creationId="{EE226BFC-0C5E-1E93-DABF-2600E550F791}"/>
          </ac:grpSpMkLst>
        </pc:grpChg>
        <pc:picChg chg="mod">
          <ac:chgData name="Eun, Morgan" userId="dbb1ad2b-7e27-4a54-93ef-47628e7a32c9" providerId="ADAL" clId="{0FEE287E-1966-394B-94BF-53038D774F09}" dt="2025-04-30T19:48:29.919" v="7874"/>
          <ac:picMkLst>
            <pc:docMk/>
            <pc:sldMk cId="2815425597" sldId="696"/>
            <ac:picMk id="5" creationId="{F8C2BA6D-3A47-3AEE-2BA9-22D7984D46BC}"/>
          </ac:picMkLst>
        </pc:picChg>
      </pc:sldChg>
      <pc:sldChg chg="addSp delSp modSp add mod ord">
        <pc:chgData name="Eun, Morgan" userId="dbb1ad2b-7e27-4a54-93ef-47628e7a32c9" providerId="ADAL" clId="{0FEE287E-1966-394B-94BF-53038D774F09}" dt="2025-04-30T19:49:21.902" v="7898" actId="255"/>
        <pc:sldMkLst>
          <pc:docMk/>
          <pc:sldMk cId="2791662657" sldId="697"/>
        </pc:sldMkLst>
        <pc:spChg chg="del">
          <ac:chgData name="Eun, Morgan" userId="dbb1ad2b-7e27-4a54-93ef-47628e7a32c9" providerId="ADAL" clId="{0FEE287E-1966-394B-94BF-53038D774F09}" dt="2025-04-30T19:48:47.939" v="7889" actId="478"/>
          <ac:spMkLst>
            <pc:docMk/>
            <pc:sldMk cId="2791662657" sldId="697"/>
            <ac:spMk id="5" creationId="{E337C175-DD0C-BEEB-2383-099BED3C755C}"/>
          </ac:spMkLst>
        </pc:spChg>
        <pc:spChg chg="mod">
          <ac:chgData name="Eun, Morgan" userId="dbb1ad2b-7e27-4a54-93ef-47628e7a32c9" providerId="ADAL" clId="{0FEE287E-1966-394B-94BF-53038D774F09}" dt="2025-04-30T19:48:44.736" v="7888" actId="20577"/>
          <ac:spMkLst>
            <pc:docMk/>
            <pc:sldMk cId="2791662657" sldId="697"/>
            <ac:spMk id="6" creationId="{04A06671-EEF6-AA0D-49FA-D482DCCA146E}"/>
          </ac:spMkLst>
        </pc:spChg>
        <pc:spChg chg="del">
          <ac:chgData name="Eun, Morgan" userId="dbb1ad2b-7e27-4a54-93ef-47628e7a32c9" providerId="ADAL" clId="{0FEE287E-1966-394B-94BF-53038D774F09}" dt="2025-04-30T19:48:47.939" v="7889" actId="478"/>
          <ac:spMkLst>
            <pc:docMk/>
            <pc:sldMk cId="2791662657" sldId="697"/>
            <ac:spMk id="7" creationId="{55D45B47-27D1-43CF-0246-84F38956D007}"/>
          </ac:spMkLst>
        </pc:spChg>
        <pc:spChg chg="del">
          <ac:chgData name="Eun, Morgan" userId="dbb1ad2b-7e27-4a54-93ef-47628e7a32c9" providerId="ADAL" clId="{0FEE287E-1966-394B-94BF-53038D774F09}" dt="2025-04-30T19:48:47.939" v="7889" actId="478"/>
          <ac:spMkLst>
            <pc:docMk/>
            <pc:sldMk cId="2791662657" sldId="697"/>
            <ac:spMk id="8" creationId="{82C4F266-DF31-D879-F9ED-7935D1B8B7E4}"/>
          </ac:spMkLst>
        </pc:spChg>
        <pc:spChg chg="del">
          <ac:chgData name="Eun, Morgan" userId="dbb1ad2b-7e27-4a54-93ef-47628e7a32c9" providerId="ADAL" clId="{0FEE287E-1966-394B-94BF-53038D774F09}" dt="2025-04-30T19:48:47.939" v="7889" actId="478"/>
          <ac:spMkLst>
            <pc:docMk/>
            <pc:sldMk cId="2791662657" sldId="697"/>
            <ac:spMk id="9" creationId="{A6625932-61E1-78F1-8449-0CB0FB7C8B18}"/>
          </ac:spMkLst>
        </pc:spChg>
        <pc:spChg chg="mod">
          <ac:chgData name="Eun, Morgan" userId="dbb1ad2b-7e27-4a54-93ef-47628e7a32c9" providerId="ADAL" clId="{0FEE287E-1966-394B-94BF-53038D774F09}" dt="2025-04-30T19:48:49.077" v="7890"/>
          <ac:spMkLst>
            <pc:docMk/>
            <pc:sldMk cId="2791662657" sldId="697"/>
            <ac:spMk id="20" creationId="{69ABF5C8-86BC-9D13-425B-66A9D4CBDEEE}"/>
          </ac:spMkLst>
        </pc:spChg>
        <pc:spChg chg="mod">
          <ac:chgData name="Eun, Morgan" userId="dbb1ad2b-7e27-4a54-93ef-47628e7a32c9" providerId="ADAL" clId="{0FEE287E-1966-394B-94BF-53038D774F09}" dt="2025-04-30T19:49:13.133" v="7896" actId="1076"/>
          <ac:spMkLst>
            <pc:docMk/>
            <pc:sldMk cId="2791662657" sldId="697"/>
            <ac:spMk id="22" creationId="{90552561-B453-F46F-0909-5A20388D17AF}"/>
          </ac:spMkLst>
        </pc:spChg>
        <pc:spChg chg="mod">
          <ac:chgData name="Eun, Morgan" userId="dbb1ad2b-7e27-4a54-93ef-47628e7a32c9" providerId="ADAL" clId="{0FEE287E-1966-394B-94BF-53038D774F09}" dt="2025-04-30T19:48:49.077" v="7890"/>
          <ac:spMkLst>
            <pc:docMk/>
            <pc:sldMk cId="2791662657" sldId="697"/>
            <ac:spMk id="23" creationId="{20C1CFE3-5DD1-CC51-0205-4169E8B53487}"/>
          </ac:spMkLst>
        </pc:spChg>
        <pc:spChg chg="mod">
          <ac:chgData name="Eun, Morgan" userId="dbb1ad2b-7e27-4a54-93ef-47628e7a32c9" providerId="ADAL" clId="{0FEE287E-1966-394B-94BF-53038D774F09}" dt="2025-04-30T19:49:21.902" v="7898" actId="255"/>
          <ac:spMkLst>
            <pc:docMk/>
            <pc:sldMk cId="2791662657" sldId="697"/>
            <ac:spMk id="26" creationId="{8C83B5CD-90A8-24FB-C2F2-8D003E04F25D}"/>
          </ac:spMkLst>
        </pc:spChg>
        <pc:spChg chg="mod">
          <ac:chgData name="Eun, Morgan" userId="dbb1ad2b-7e27-4a54-93ef-47628e7a32c9" providerId="ADAL" clId="{0FEE287E-1966-394B-94BF-53038D774F09}" dt="2025-04-30T19:49:21.902" v="7898" actId="255"/>
          <ac:spMkLst>
            <pc:docMk/>
            <pc:sldMk cId="2791662657" sldId="697"/>
            <ac:spMk id="27" creationId="{F1029899-7AD5-0B1F-B019-CC9307509A56}"/>
          </ac:spMkLst>
        </pc:spChg>
        <pc:grpChg chg="add mod">
          <ac:chgData name="Eun, Morgan" userId="dbb1ad2b-7e27-4a54-93ef-47628e7a32c9" providerId="ADAL" clId="{0FEE287E-1966-394B-94BF-53038D774F09}" dt="2025-04-30T19:49:01.726" v="7893" actId="1076"/>
          <ac:grpSpMkLst>
            <pc:docMk/>
            <pc:sldMk cId="2791662657" sldId="697"/>
            <ac:grpSpMk id="2" creationId="{24F6B54A-C9F6-9BC9-45DB-4A8CDD8A803E}"/>
          </ac:grpSpMkLst>
        </pc:grpChg>
        <pc:picChg chg="mod">
          <ac:chgData name="Eun, Morgan" userId="dbb1ad2b-7e27-4a54-93ef-47628e7a32c9" providerId="ADAL" clId="{0FEE287E-1966-394B-94BF-53038D774F09}" dt="2025-04-30T19:48:49.077" v="7890"/>
          <ac:picMkLst>
            <pc:docMk/>
            <pc:sldMk cId="2791662657" sldId="697"/>
            <ac:picMk id="11" creationId="{C0999A8D-2288-0896-B121-801376B87ECB}"/>
          </ac:picMkLst>
        </pc:picChg>
        <pc:picChg chg="del">
          <ac:chgData name="Eun, Morgan" userId="dbb1ad2b-7e27-4a54-93ef-47628e7a32c9" providerId="ADAL" clId="{0FEE287E-1966-394B-94BF-53038D774F09}" dt="2025-04-30T19:48:47.939" v="7889" actId="478"/>
          <ac:picMkLst>
            <pc:docMk/>
            <pc:sldMk cId="2791662657" sldId="697"/>
            <ac:picMk id="14" creationId="{A1075474-DEA7-0C34-601D-7875642C35F7}"/>
          </ac:picMkLst>
        </pc:picChg>
        <pc:picChg chg="del">
          <ac:chgData name="Eun, Morgan" userId="dbb1ad2b-7e27-4a54-93ef-47628e7a32c9" providerId="ADAL" clId="{0FEE287E-1966-394B-94BF-53038D774F09}" dt="2025-04-30T19:48:47.939" v="7889" actId="478"/>
          <ac:picMkLst>
            <pc:docMk/>
            <pc:sldMk cId="2791662657" sldId="697"/>
            <ac:picMk id="15" creationId="{BBC97F1B-3930-AD73-6D99-304EF2F1CEF4}"/>
          </ac:picMkLst>
        </pc:picChg>
        <pc:picChg chg="del">
          <ac:chgData name="Eun, Morgan" userId="dbb1ad2b-7e27-4a54-93ef-47628e7a32c9" providerId="ADAL" clId="{0FEE287E-1966-394B-94BF-53038D774F09}" dt="2025-04-30T19:48:47.939" v="7889" actId="478"/>
          <ac:picMkLst>
            <pc:docMk/>
            <pc:sldMk cId="2791662657" sldId="697"/>
            <ac:picMk id="16" creationId="{EF3457DB-BD69-7644-C8D1-1F9F349713D4}"/>
          </ac:picMkLst>
        </pc:picChg>
        <pc:picChg chg="del">
          <ac:chgData name="Eun, Morgan" userId="dbb1ad2b-7e27-4a54-93ef-47628e7a32c9" providerId="ADAL" clId="{0FEE287E-1966-394B-94BF-53038D774F09}" dt="2025-04-30T19:48:47.939" v="7889" actId="478"/>
          <ac:picMkLst>
            <pc:docMk/>
            <pc:sldMk cId="2791662657" sldId="697"/>
            <ac:picMk id="18" creationId="{C07894D7-3C92-13DF-00AB-92B125065C02}"/>
          </ac:picMkLst>
        </pc:picChg>
        <pc:picChg chg="del">
          <ac:chgData name="Eun, Morgan" userId="dbb1ad2b-7e27-4a54-93ef-47628e7a32c9" providerId="ADAL" clId="{0FEE287E-1966-394B-94BF-53038D774F09}" dt="2025-04-30T19:48:47.939" v="7889" actId="478"/>
          <ac:picMkLst>
            <pc:docMk/>
            <pc:sldMk cId="2791662657" sldId="697"/>
            <ac:picMk id="21" creationId="{50B7168F-515A-166B-A36B-86773055BB31}"/>
          </ac:picMkLst>
        </pc:picChg>
        <pc:picChg chg="del">
          <ac:chgData name="Eun, Morgan" userId="dbb1ad2b-7e27-4a54-93ef-47628e7a32c9" providerId="ADAL" clId="{0FEE287E-1966-394B-94BF-53038D774F09}" dt="2025-04-30T19:48:47.939" v="7889" actId="478"/>
          <ac:picMkLst>
            <pc:docMk/>
            <pc:sldMk cId="2791662657" sldId="697"/>
            <ac:picMk id="30" creationId="{AD1FC058-2462-72D2-8761-5C34E608B8F8}"/>
          </ac:picMkLst>
        </pc:picChg>
      </pc:sldChg>
    </pc:docChg>
  </pc:docChgLst>
  <pc:docChgLst>
    <pc:chgData name="Kroeger, William" userId="S::wkroeger@smu.edu::9769a18c-35e5-46de-999e-56a20cde7d62" providerId="AD" clId="Web-{0950B21C-3EFB-7AA9-69DA-33946E74927B}"/>
    <pc:docChg chg="addSld modSld">
      <pc:chgData name="Kroeger, William" userId="S::wkroeger@smu.edu::9769a18c-35e5-46de-999e-56a20cde7d62" providerId="AD" clId="Web-{0950B21C-3EFB-7AA9-69DA-33946E74927B}" dt="2025-04-30T18:24:38.018" v="58" actId="1076"/>
      <pc:docMkLst>
        <pc:docMk/>
      </pc:docMkLst>
      <pc:sldChg chg="modSp new">
        <pc:chgData name="Kroeger, William" userId="S::wkroeger@smu.edu::9769a18c-35e5-46de-999e-56a20cde7d62" providerId="AD" clId="Web-{0950B21C-3EFB-7AA9-69DA-33946E74927B}" dt="2025-04-30T18:22:35.109" v="55" actId="20577"/>
        <pc:sldMkLst>
          <pc:docMk/>
          <pc:sldMk cId="4213065125" sldId="694"/>
        </pc:sldMkLst>
        <pc:spChg chg="mod">
          <ac:chgData name="Kroeger, William" userId="S::wkroeger@smu.edu::9769a18c-35e5-46de-999e-56a20cde7d62" providerId="AD" clId="Web-{0950B21C-3EFB-7AA9-69DA-33946E74927B}" dt="2025-04-30T18:22:17.921" v="20" actId="20577"/>
          <ac:spMkLst>
            <pc:docMk/>
            <pc:sldMk cId="4213065125" sldId="694"/>
            <ac:spMk id="4" creationId="{C96643E8-4CED-C877-51F5-3A794584B261}"/>
          </ac:spMkLst>
        </pc:spChg>
        <pc:spChg chg="mod">
          <ac:chgData name="Kroeger, William" userId="S::wkroeger@smu.edu::9769a18c-35e5-46de-999e-56a20cde7d62" providerId="AD" clId="Web-{0950B21C-3EFB-7AA9-69DA-33946E74927B}" dt="2025-04-30T18:22:35.109" v="55" actId="20577"/>
          <ac:spMkLst>
            <pc:docMk/>
            <pc:sldMk cId="4213065125" sldId="694"/>
            <ac:spMk id="6" creationId="{82A4FE3F-E27E-4C00-4E9F-5CB803E0B05E}"/>
          </ac:spMkLst>
        </pc:spChg>
      </pc:sldChg>
      <pc:sldChg chg="addSp modSp">
        <pc:chgData name="Kroeger, William" userId="S::wkroeger@smu.edu::9769a18c-35e5-46de-999e-56a20cde7d62" providerId="AD" clId="Web-{0950B21C-3EFB-7AA9-69DA-33946E74927B}" dt="2025-04-30T18:24:38.018" v="58" actId="1076"/>
        <pc:sldMkLst>
          <pc:docMk/>
          <pc:sldMk cId="1129092985" sldId="695"/>
        </pc:sldMkLst>
        <pc:picChg chg="add mod">
          <ac:chgData name="Kroeger, William" userId="S::wkroeger@smu.edu::9769a18c-35e5-46de-999e-56a20cde7d62" providerId="AD" clId="Web-{0950B21C-3EFB-7AA9-69DA-33946E74927B}" dt="2025-04-30T18:24:38.018" v="58" actId="1076"/>
          <ac:picMkLst>
            <pc:docMk/>
            <pc:sldMk cId="1129092985" sldId="695"/>
            <ac:picMk id="2" creationId="{CBC7F6B8-9489-BB24-1E48-3E38E84D75F9}"/>
          </ac:picMkLst>
        </pc:picChg>
      </pc:sldChg>
    </pc:docChg>
  </pc:docChgLst>
  <pc:docChgLst>
    <pc:chgData name="Gijsbertsen, Laurens" userId="35a76cf5-4e68-4cb5-81af-839fc0604d05" providerId="ADAL" clId="{36A048C0-A877-0741-BFC6-3146A6F58B53}"/>
    <pc:docChg chg="undo redo custSel modSld modMainMaster">
      <pc:chgData name="Gijsbertsen, Laurens" userId="35a76cf5-4e68-4cb5-81af-839fc0604d05" providerId="ADAL" clId="{36A048C0-A877-0741-BFC6-3146A6F58B53}" dt="2025-04-30T20:31:11.281" v="38" actId="1076"/>
      <pc:docMkLst>
        <pc:docMk/>
      </pc:docMkLst>
      <pc:sldChg chg="modSp mod">
        <pc:chgData name="Gijsbertsen, Laurens" userId="35a76cf5-4e68-4cb5-81af-839fc0604d05" providerId="ADAL" clId="{36A048C0-A877-0741-BFC6-3146A6F58B53}" dt="2025-04-30T20:29:28.446" v="35" actId="14100"/>
        <pc:sldMkLst>
          <pc:docMk/>
          <pc:sldMk cId="1505823097" sldId="265"/>
        </pc:sldMkLst>
        <pc:spChg chg="mod">
          <ac:chgData name="Gijsbertsen, Laurens" userId="35a76cf5-4e68-4cb5-81af-839fc0604d05" providerId="ADAL" clId="{36A048C0-A877-0741-BFC6-3146A6F58B53}" dt="2025-04-30T20:29:28.446" v="35" actId="14100"/>
          <ac:spMkLst>
            <pc:docMk/>
            <pc:sldMk cId="1505823097" sldId="265"/>
            <ac:spMk id="2" creationId="{F83B0120-5D7C-AED5-C808-D154FBBB509D}"/>
          </ac:spMkLst>
        </pc:spChg>
        <pc:spChg chg="mod">
          <ac:chgData name="Gijsbertsen, Laurens" userId="35a76cf5-4e68-4cb5-81af-839fc0604d05" providerId="ADAL" clId="{36A048C0-A877-0741-BFC6-3146A6F58B53}" dt="2025-04-30T20:28:42.810" v="28" actId="14100"/>
          <ac:spMkLst>
            <pc:docMk/>
            <pc:sldMk cId="1505823097" sldId="265"/>
            <ac:spMk id="3" creationId="{67376405-A736-F70F-6BFC-69505CA7DFE0}"/>
          </ac:spMkLst>
        </pc:spChg>
        <pc:spChg chg="mod">
          <ac:chgData name="Gijsbertsen, Laurens" userId="35a76cf5-4e68-4cb5-81af-839fc0604d05" providerId="ADAL" clId="{36A048C0-A877-0741-BFC6-3146A6F58B53}" dt="2025-04-30T20:29:28.446" v="35" actId="14100"/>
          <ac:spMkLst>
            <pc:docMk/>
            <pc:sldMk cId="1505823097" sldId="265"/>
            <ac:spMk id="4" creationId="{DC21E3BA-9ED9-DE5F-1A1D-F51EE48DC6DA}"/>
          </ac:spMkLst>
        </pc:spChg>
      </pc:sldChg>
      <pc:sldChg chg="modSp mod">
        <pc:chgData name="Gijsbertsen, Laurens" userId="35a76cf5-4e68-4cb5-81af-839fc0604d05" providerId="ADAL" clId="{36A048C0-A877-0741-BFC6-3146A6F58B53}" dt="2025-04-30T20:31:11.281" v="38" actId="1076"/>
        <pc:sldMkLst>
          <pc:docMk/>
          <pc:sldMk cId="2204278369" sldId="279"/>
        </pc:sldMkLst>
        <pc:spChg chg="mod">
          <ac:chgData name="Gijsbertsen, Laurens" userId="35a76cf5-4e68-4cb5-81af-839fc0604d05" providerId="ADAL" clId="{36A048C0-A877-0741-BFC6-3146A6F58B53}" dt="2025-04-30T20:29:02.476" v="31" actId="20577"/>
          <ac:spMkLst>
            <pc:docMk/>
            <pc:sldMk cId="2204278369" sldId="279"/>
            <ac:spMk id="2" creationId="{56140C4E-4396-0F28-5699-21BA9AFF53C9}"/>
          </ac:spMkLst>
        </pc:spChg>
        <pc:spChg chg="mod">
          <ac:chgData name="Gijsbertsen, Laurens" userId="35a76cf5-4e68-4cb5-81af-839fc0604d05" providerId="ADAL" clId="{36A048C0-A877-0741-BFC6-3146A6F58B53}" dt="2025-04-30T17:49:43.541" v="7"/>
          <ac:spMkLst>
            <pc:docMk/>
            <pc:sldMk cId="2204278369" sldId="279"/>
            <ac:spMk id="4" creationId="{052BBF47-4639-0A62-6009-AFAD5F88287A}"/>
          </ac:spMkLst>
        </pc:spChg>
        <pc:picChg chg="mod">
          <ac:chgData name="Gijsbertsen, Laurens" userId="35a76cf5-4e68-4cb5-81af-839fc0604d05" providerId="ADAL" clId="{36A048C0-A877-0741-BFC6-3146A6F58B53}" dt="2025-04-30T20:31:11.281" v="38" actId="1076"/>
          <ac:picMkLst>
            <pc:docMk/>
            <pc:sldMk cId="2204278369" sldId="279"/>
            <ac:picMk id="10" creationId="{A0185114-A37D-C855-8F8A-53308DD1BC27}"/>
          </ac:picMkLst>
        </pc:picChg>
      </pc:sldChg>
      <pc:sldChg chg="modSp mod">
        <pc:chgData name="Gijsbertsen, Laurens" userId="35a76cf5-4e68-4cb5-81af-839fc0604d05" providerId="ADAL" clId="{36A048C0-A877-0741-BFC6-3146A6F58B53}" dt="2025-04-30T17:54:19.768" v="17" actId="33524"/>
        <pc:sldMkLst>
          <pc:docMk/>
          <pc:sldMk cId="2012267991" sldId="280"/>
        </pc:sldMkLst>
        <pc:spChg chg="mod">
          <ac:chgData name="Gijsbertsen, Laurens" userId="35a76cf5-4e68-4cb5-81af-839fc0604d05" providerId="ADAL" clId="{36A048C0-A877-0741-BFC6-3146A6F58B53}" dt="2025-04-30T17:54:19.768" v="17" actId="33524"/>
          <ac:spMkLst>
            <pc:docMk/>
            <pc:sldMk cId="2012267991" sldId="280"/>
            <ac:spMk id="7" creationId="{B1353D64-8A59-23E8-97F9-2C0035D495F7}"/>
          </ac:spMkLst>
        </pc:spChg>
        <pc:spChg chg="mod">
          <ac:chgData name="Gijsbertsen, Laurens" userId="35a76cf5-4e68-4cb5-81af-839fc0604d05" providerId="ADAL" clId="{36A048C0-A877-0741-BFC6-3146A6F58B53}" dt="2025-04-30T17:51:21.451" v="11"/>
          <ac:spMkLst>
            <pc:docMk/>
            <pc:sldMk cId="2012267991" sldId="280"/>
            <ac:spMk id="9" creationId="{7E653C0D-868B-9F63-0E72-191ABEBFF3BE}"/>
          </ac:spMkLst>
        </pc:spChg>
      </pc:sldChg>
      <pc:sldChg chg="modSp mod">
        <pc:chgData name="Gijsbertsen, Laurens" userId="35a76cf5-4e68-4cb5-81af-839fc0604d05" providerId="ADAL" clId="{36A048C0-A877-0741-BFC6-3146A6F58B53}" dt="2025-04-30T20:28:35.446" v="27" actId="1076"/>
        <pc:sldMkLst>
          <pc:docMk/>
          <pc:sldMk cId="2709205666" sldId="675"/>
        </pc:sldMkLst>
        <pc:spChg chg="mod">
          <ac:chgData name="Gijsbertsen, Laurens" userId="35a76cf5-4e68-4cb5-81af-839fc0604d05" providerId="ADAL" clId="{36A048C0-A877-0741-BFC6-3146A6F58B53}" dt="2025-04-30T20:28:35.446" v="27" actId="1076"/>
          <ac:spMkLst>
            <pc:docMk/>
            <pc:sldMk cId="2709205666" sldId="675"/>
            <ac:spMk id="3" creationId="{BE314DDB-AFD9-8A0D-81BE-7C71EBD4906B}"/>
          </ac:spMkLst>
        </pc:spChg>
      </pc:sldChg>
      <pc:sldChg chg="modSp mod">
        <pc:chgData name="Gijsbertsen, Laurens" userId="35a76cf5-4e68-4cb5-81af-839fc0604d05" providerId="ADAL" clId="{36A048C0-A877-0741-BFC6-3146A6F58B53}" dt="2025-04-30T18:26:51.554" v="25" actId="1076"/>
        <pc:sldMkLst>
          <pc:docMk/>
          <pc:sldMk cId="82344637" sldId="688"/>
        </pc:sldMkLst>
        <pc:spChg chg="mod">
          <ac:chgData name="Gijsbertsen, Laurens" userId="35a76cf5-4e68-4cb5-81af-839fc0604d05" providerId="ADAL" clId="{36A048C0-A877-0741-BFC6-3146A6F58B53}" dt="2025-04-30T17:49:36.723" v="6"/>
          <ac:spMkLst>
            <pc:docMk/>
            <pc:sldMk cId="82344637" sldId="688"/>
            <ac:spMk id="4" creationId="{2004611E-8D45-109D-A9C3-5869DF262823}"/>
          </ac:spMkLst>
        </pc:spChg>
        <pc:spChg chg="mod">
          <ac:chgData name="Gijsbertsen, Laurens" userId="35a76cf5-4e68-4cb5-81af-839fc0604d05" providerId="ADAL" clId="{36A048C0-A877-0741-BFC6-3146A6F58B53}" dt="2025-04-30T17:48:50.841" v="4" actId="404"/>
          <ac:spMkLst>
            <pc:docMk/>
            <pc:sldMk cId="82344637" sldId="688"/>
            <ac:spMk id="15" creationId="{E5EABB8D-6F12-2F11-40B8-2181B62AEAD1}"/>
          </ac:spMkLst>
        </pc:spChg>
        <pc:spChg chg="mod">
          <ac:chgData name="Gijsbertsen, Laurens" userId="35a76cf5-4e68-4cb5-81af-839fc0604d05" providerId="ADAL" clId="{36A048C0-A877-0741-BFC6-3146A6F58B53}" dt="2025-04-30T18:26:42.378" v="22" actId="1076"/>
          <ac:spMkLst>
            <pc:docMk/>
            <pc:sldMk cId="82344637" sldId="688"/>
            <ac:spMk id="22" creationId="{56F991D2-CD0B-E07F-3FA2-326821FF1208}"/>
          </ac:spMkLst>
        </pc:spChg>
        <pc:spChg chg="mod">
          <ac:chgData name="Gijsbertsen, Laurens" userId="35a76cf5-4e68-4cb5-81af-839fc0604d05" providerId="ADAL" clId="{36A048C0-A877-0741-BFC6-3146A6F58B53}" dt="2025-04-30T18:26:51.554" v="25" actId="1076"/>
          <ac:spMkLst>
            <pc:docMk/>
            <pc:sldMk cId="82344637" sldId="688"/>
            <ac:spMk id="36" creationId="{D401D3D3-51CA-887C-CA29-B1F044244240}"/>
          </ac:spMkLst>
        </pc:spChg>
        <pc:picChg chg="mod">
          <ac:chgData name="Gijsbertsen, Laurens" userId="35a76cf5-4e68-4cb5-81af-839fc0604d05" providerId="ADAL" clId="{36A048C0-A877-0741-BFC6-3146A6F58B53}" dt="2025-04-30T18:26:27.712" v="19" actId="1076"/>
          <ac:picMkLst>
            <pc:docMk/>
            <pc:sldMk cId="82344637" sldId="688"/>
            <ac:picMk id="12" creationId="{5A20B5AA-F32C-5B88-C30E-84B5624C98F9}"/>
          </ac:picMkLst>
        </pc:picChg>
        <pc:picChg chg="mod">
          <ac:chgData name="Gijsbertsen, Laurens" userId="35a76cf5-4e68-4cb5-81af-839fc0604d05" providerId="ADAL" clId="{36A048C0-A877-0741-BFC6-3146A6F58B53}" dt="2025-04-30T18:26:26.190" v="18" actId="1076"/>
          <ac:picMkLst>
            <pc:docMk/>
            <pc:sldMk cId="82344637" sldId="688"/>
            <ac:picMk id="24" creationId="{3323E05E-AF03-A660-5578-2879249A3CCF}"/>
          </ac:picMkLst>
        </pc:picChg>
        <pc:picChg chg="mod">
          <ac:chgData name="Gijsbertsen, Laurens" userId="35a76cf5-4e68-4cb5-81af-839fc0604d05" providerId="ADAL" clId="{36A048C0-A877-0741-BFC6-3146A6F58B53}" dt="2025-04-30T18:26:26.190" v="18" actId="1076"/>
          <ac:picMkLst>
            <pc:docMk/>
            <pc:sldMk cId="82344637" sldId="688"/>
            <ac:picMk id="40" creationId="{838E0CC0-7600-A9BB-5F18-6FFB60A34324}"/>
          </ac:picMkLst>
        </pc:picChg>
      </pc:sldChg>
      <pc:sldChg chg="modSp">
        <pc:chgData name="Gijsbertsen, Laurens" userId="35a76cf5-4e68-4cb5-81af-839fc0604d05" providerId="ADAL" clId="{36A048C0-A877-0741-BFC6-3146A6F58B53}" dt="2025-04-30T17:51:24.546" v="12"/>
        <pc:sldMkLst>
          <pc:docMk/>
          <pc:sldMk cId="3262927434" sldId="689"/>
        </pc:sldMkLst>
        <pc:spChg chg="mod">
          <ac:chgData name="Gijsbertsen, Laurens" userId="35a76cf5-4e68-4cb5-81af-839fc0604d05" providerId="ADAL" clId="{36A048C0-A877-0741-BFC6-3146A6F58B53}" dt="2025-04-30T17:51:24.546" v="12"/>
          <ac:spMkLst>
            <pc:docMk/>
            <pc:sldMk cId="3262927434" sldId="689"/>
            <ac:spMk id="4" creationId="{C9B53A24-A926-C50E-6909-B59ECFD2C533}"/>
          </ac:spMkLst>
        </pc:spChg>
      </pc:sldChg>
      <pc:sldChg chg="modSp">
        <pc:chgData name="Gijsbertsen, Laurens" userId="35a76cf5-4e68-4cb5-81af-839fc0604d05" providerId="ADAL" clId="{36A048C0-A877-0741-BFC6-3146A6F58B53}" dt="2025-04-30T17:49:52.880" v="9"/>
        <pc:sldMkLst>
          <pc:docMk/>
          <pc:sldMk cId="1858521055" sldId="690"/>
        </pc:sldMkLst>
        <pc:spChg chg="mod">
          <ac:chgData name="Gijsbertsen, Laurens" userId="35a76cf5-4e68-4cb5-81af-839fc0604d05" providerId="ADAL" clId="{36A048C0-A877-0741-BFC6-3146A6F58B53}" dt="2025-04-30T17:49:52.880" v="9"/>
          <ac:spMkLst>
            <pc:docMk/>
            <pc:sldMk cId="1858521055" sldId="690"/>
            <ac:spMk id="4" creationId="{D60A0B70-A009-7213-459A-4ECAD848FCDA}"/>
          </ac:spMkLst>
        </pc:spChg>
      </pc:sldChg>
      <pc:sldChg chg="modSp mod">
        <pc:chgData name="Gijsbertsen, Laurens" userId="35a76cf5-4e68-4cb5-81af-839fc0604d05" providerId="ADAL" clId="{36A048C0-A877-0741-BFC6-3146A6F58B53}" dt="2025-04-30T17:53:47.533" v="16" actId="1076"/>
        <pc:sldMkLst>
          <pc:docMk/>
          <pc:sldMk cId="2290687881" sldId="691"/>
        </pc:sldMkLst>
        <pc:spChg chg="mod">
          <ac:chgData name="Gijsbertsen, Laurens" userId="35a76cf5-4e68-4cb5-81af-839fc0604d05" providerId="ADAL" clId="{36A048C0-A877-0741-BFC6-3146A6F58B53}" dt="2025-04-30T17:49:46.958" v="8"/>
          <ac:spMkLst>
            <pc:docMk/>
            <pc:sldMk cId="2290687881" sldId="691"/>
            <ac:spMk id="4" creationId="{1D73F701-44CC-6528-E174-077FF0D95420}"/>
          </ac:spMkLst>
        </pc:spChg>
        <pc:spChg chg="mod">
          <ac:chgData name="Gijsbertsen, Laurens" userId="35a76cf5-4e68-4cb5-81af-839fc0604d05" providerId="ADAL" clId="{36A048C0-A877-0741-BFC6-3146A6F58B53}" dt="2025-04-30T17:53:41.128" v="13" actId="14100"/>
          <ac:spMkLst>
            <pc:docMk/>
            <pc:sldMk cId="2290687881" sldId="691"/>
            <ac:spMk id="11" creationId="{9CAAE0BA-D9D0-9857-30D9-2E30E1628347}"/>
          </ac:spMkLst>
        </pc:spChg>
        <pc:picChg chg="mod">
          <ac:chgData name="Gijsbertsen, Laurens" userId="35a76cf5-4e68-4cb5-81af-839fc0604d05" providerId="ADAL" clId="{36A048C0-A877-0741-BFC6-3146A6F58B53}" dt="2025-04-30T17:53:47.533" v="16" actId="1076"/>
          <ac:picMkLst>
            <pc:docMk/>
            <pc:sldMk cId="2290687881" sldId="691"/>
            <ac:picMk id="8" creationId="{3108D383-E240-B4A2-2027-12A3CFF9861B}"/>
          </ac:picMkLst>
        </pc:picChg>
      </pc:sldChg>
      <pc:sldChg chg="modSp">
        <pc:chgData name="Gijsbertsen, Laurens" userId="35a76cf5-4e68-4cb5-81af-839fc0604d05" providerId="ADAL" clId="{36A048C0-A877-0741-BFC6-3146A6F58B53}" dt="2025-04-30T17:49:30.751" v="5"/>
        <pc:sldMkLst>
          <pc:docMk/>
          <pc:sldMk cId="1422418650" sldId="692"/>
        </pc:sldMkLst>
        <pc:spChg chg="mod">
          <ac:chgData name="Gijsbertsen, Laurens" userId="35a76cf5-4e68-4cb5-81af-839fc0604d05" providerId="ADAL" clId="{36A048C0-A877-0741-BFC6-3146A6F58B53}" dt="2025-04-30T17:49:30.751" v="5"/>
          <ac:spMkLst>
            <pc:docMk/>
            <pc:sldMk cId="1422418650" sldId="692"/>
            <ac:spMk id="4" creationId="{406E5D44-E357-2829-0948-B3C010DBF912}"/>
          </ac:spMkLst>
        </pc:spChg>
      </pc:sldChg>
      <pc:sldChg chg="modSp">
        <pc:chgData name="Gijsbertsen, Laurens" userId="35a76cf5-4e68-4cb5-81af-839fc0604d05" providerId="ADAL" clId="{36A048C0-A877-0741-BFC6-3146A6F58B53}" dt="2025-04-30T17:51:16.850" v="10"/>
        <pc:sldMkLst>
          <pc:docMk/>
          <pc:sldMk cId="1524050222" sldId="693"/>
        </pc:sldMkLst>
        <pc:spChg chg="mod">
          <ac:chgData name="Gijsbertsen, Laurens" userId="35a76cf5-4e68-4cb5-81af-839fc0604d05" providerId="ADAL" clId="{36A048C0-A877-0741-BFC6-3146A6F58B53}" dt="2025-04-30T17:51:16.850" v="10"/>
          <ac:spMkLst>
            <pc:docMk/>
            <pc:sldMk cId="1524050222" sldId="693"/>
            <ac:spMk id="9" creationId="{F47C4AA6-5453-1959-AB20-F781C96575BA}"/>
          </ac:spMkLst>
        </pc:spChg>
      </pc:sldChg>
      <pc:sldChg chg="modSp mod">
        <pc:chgData name="Gijsbertsen, Laurens" userId="35a76cf5-4e68-4cb5-81af-839fc0604d05" providerId="ADAL" clId="{36A048C0-A877-0741-BFC6-3146A6F58B53}" dt="2025-04-30T17:09:15.069" v="1" actId="27636"/>
        <pc:sldMkLst>
          <pc:docMk/>
          <pc:sldMk cId="1129092985" sldId="694"/>
        </pc:sldMkLst>
        <pc:spChg chg="mod">
          <ac:chgData name="Gijsbertsen, Laurens" userId="35a76cf5-4e68-4cb5-81af-839fc0604d05" providerId="ADAL" clId="{36A048C0-A877-0741-BFC6-3146A6F58B53}" dt="2025-04-30T17:09:15.069" v="1" actId="27636"/>
          <ac:spMkLst>
            <pc:docMk/>
            <pc:sldMk cId="1129092985" sldId="694"/>
            <ac:spMk id="6" creationId="{61B962E8-A1ED-D9C1-74CF-79FE55DF6F66}"/>
          </ac:spMkLst>
        </pc:spChg>
      </pc:sldChg>
      <pc:sldChg chg="modSp mod">
        <pc:chgData name="Gijsbertsen, Laurens" userId="35a76cf5-4e68-4cb5-81af-839fc0604d05" providerId="ADAL" clId="{36A048C0-A877-0741-BFC6-3146A6F58B53}" dt="2025-04-30T20:29:41.502" v="36"/>
        <pc:sldMkLst>
          <pc:docMk/>
          <pc:sldMk cId="1129092985" sldId="695"/>
        </pc:sldMkLst>
        <pc:spChg chg="mod">
          <ac:chgData name="Gijsbertsen, Laurens" userId="35a76cf5-4e68-4cb5-81af-839fc0604d05" providerId="ADAL" clId="{36A048C0-A877-0741-BFC6-3146A6F58B53}" dt="2025-04-30T20:29:41.502" v="36"/>
          <ac:spMkLst>
            <pc:docMk/>
            <pc:sldMk cId="1129092985" sldId="695"/>
            <ac:spMk id="4" creationId="{999787CC-4E26-2594-4CD5-366021E15447}"/>
          </ac:spMkLst>
        </pc:spChg>
      </pc:sldChg>
      <pc:sldMasterChg chg="modSldLayout">
        <pc:chgData name="Gijsbertsen, Laurens" userId="35a76cf5-4e68-4cb5-81af-839fc0604d05" providerId="ADAL" clId="{36A048C0-A877-0741-BFC6-3146A6F58B53}" dt="2025-04-30T17:47:45.105" v="3" actId="313"/>
        <pc:sldMasterMkLst>
          <pc:docMk/>
          <pc:sldMasterMk cId="1484328305" sldId="2147483691"/>
        </pc:sldMasterMkLst>
        <pc:sldLayoutChg chg="modSp mod">
          <pc:chgData name="Gijsbertsen, Laurens" userId="35a76cf5-4e68-4cb5-81af-839fc0604d05" providerId="ADAL" clId="{36A048C0-A877-0741-BFC6-3146A6F58B53}" dt="2025-04-30T17:47:45.105" v="3" actId="313"/>
          <pc:sldLayoutMkLst>
            <pc:docMk/>
            <pc:sldMasterMk cId="1484328305" sldId="2147483691"/>
            <pc:sldLayoutMk cId="3876782344" sldId="2147483709"/>
          </pc:sldLayoutMkLst>
          <pc:spChg chg="mod">
            <ac:chgData name="Gijsbertsen, Laurens" userId="35a76cf5-4e68-4cb5-81af-839fc0604d05" providerId="ADAL" clId="{36A048C0-A877-0741-BFC6-3146A6F58B53}" dt="2025-04-30T17:47:45.105" v="3" actId="313"/>
            <ac:spMkLst>
              <pc:docMk/>
              <pc:sldMasterMk cId="1484328305" sldId="2147483691"/>
              <pc:sldLayoutMk cId="3876782344" sldId="2147483709"/>
              <ac:spMk id="8" creationId="{CBC97255-0884-8B0D-FB68-1CBD2DCBF4ED}"/>
            </ac:spMkLst>
          </pc:spChg>
        </pc:sldLayoutChg>
      </pc:sldMasterChg>
    </pc:docChg>
  </pc:docChgLst>
  <pc:docChgLst>
    <pc:chgData name="Lahiri, Demetrios" userId="S::dlahiri@smu.edu::9d1ad5ea-57b1-4018-85f6-0d05db0c1ea2" providerId="AD" clId="Web-{4E657F89-8034-136D-A6D8-6CA256C294F5}"/>
    <pc:docChg chg="addSld modSld">
      <pc:chgData name="Lahiri, Demetrios" userId="S::dlahiri@smu.edu::9d1ad5ea-57b1-4018-85f6-0d05db0c1ea2" providerId="AD" clId="Web-{4E657F89-8034-136D-A6D8-6CA256C294F5}" dt="2025-04-29T00:33:10.444" v="67" actId="20577"/>
      <pc:docMkLst>
        <pc:docMk/>
      </pc:docMkLst>
      <pc:sldChg chg="modSp">
        <pc:chgData name="Lahiri, Demetrios" userId="S::dlahiri@smu.edu::9d1ad5ea-57b1-4018-85f6-0d05db0c1ea2" providerId="AD" clId="Web-{4E657F89-8034-136D-A6D8-6CA256C294F5}" dt="2025-04-29T00:33:10.444" v="67" actId="20577"/>
        <pc:sldMkLst>
          <pc:docMk/>
          <pc:sldMk cId="2204278369" sldId="279"/>
        </pc:sldMkLst>
        <pc:spChg chg="mod">
          <ac:chgData name="Lahiri, Demetrios" userId="S::dlahiri@smu.edu::9d1ad5ea-57b1-4018-85f6-0d05db0c1ea2" providerId="AD" clId="Web-{4E657F89-8034-136D-A6D8-6CA256C294F5}" dt="2025-04-29T00:33:10.444" v="67" actId="20577"/>
          <ac:spMkLst>
            <pc:docMk/>
            <pc:sldMk cId="2204278369" sldId="279"/>
            <ac:spMk id="3" creationId="{B459024D-4E10-F5C5-8178-BBD9C3E290C0}"/>
          </ac:spMkLst>
        </pc:spChg>
      </pc:sldChg>
      <pc:sldChg chg="modSp">
        <pc:chgData name="Lahiri, Demetrios" userId="S::dlahiri@smu.edu::9d1ad5ea-57b1-4018-85f6-0d05db0c1ea2" providerId="AD" clId="Web-{4E657F89-8034-136D-A6D8-6CA256C294F5}" dt="2025-04-28T23:29:48.763" v="19" actId="20577"/>
        <pc:sldMkLst>
          <pc:docMk/>
          <pc:sldMk cId="2012267991" sldId="280"/>
        </pc:sldMkLst>
        <pc:spChg chg="mod">
          <ac:chgData name="Lahiri, Demetrios" userId="S::dlahiri@smu.edu::9d1ad5ea-57b1-4018-85f6-0d05db0c1ea2" providerId="AD" clId="Web-{4E657F89-8034-136D-A6D8-6CA256C294F5}" dt="2025-04-28T23:29:48.763" v="19" actId="20577"/>
          <ac:spMkLst>
            <pc:docMk/>
            <pc:sldMk cId="2012267991" sldId="280"/>
            <ac:spMk id="6" creationId="{7227299B-8512-10B0-622E-C1DC7995537D}"/>
          </ac:spMkLst>
        </pc:spChg>
      </pc:sldChg>
      <pc:sldChg chg="modSp">
        <pc:chgData name="Lahiri, Demetrios" userId="S::dlahiri@smu.edu::9d1ad5ea-57b1-4018-85f6-0d05db0c1ea2" providerId="AD" clId="Web-{4E657F89-8034-136D-A6D8-6CA256C294F5}" dt="2025-04-28T22:52:18.833" v="17"/>
        <pc:sldMkLst>
          <pc:docMk/>
          <pc:sldMk cId="82344637" sldId="688"/>
        </pc:sldMkLst>
        <pc:graphicFrameChg chg="mod modGraphic">
          <ac:chgData name="Lahiri, Demetrios" userId="S::dlahiri@smu.edu::9d1ad5ea-57b1-4018-85f6-0d05db0c1ea2" providerId="AD" clId="Web-{4E657F89-8034-136D-A6D8-6CA256C294F5}" dt="2025-04-28T22:52:18.833" v="17"/>
          <ac:graphicFrameMkLst>
            <pc:docMk/>
            <pc:sldMk cId="82344637" sldId="688"/>
            <ac:graphicFrameMk id="43" creationId="{B9510C78-EC26-EC73-1C3F-C420B4D496D0}"/>
          </ac:graphicFrameMkLst>
        </pc:graphicFrameChg>
      </pc:sldChg>
      <pc:sldChg chg="modSp new">
        <pc:chgData name="Lahiri, Demetrios" userId="S::dlahiri@smu.edu::9d1ad5ea-57b1-4018-85f6-0d05db0c1ea2" providerId="AD" clId="Web-{4E657F89-8034-136D-A6D8-6CA256C294F5}" dt="2025-04-28T23:30:39.093" v="65" actId="20577"/>
        <pc:sldMkLst>
          <pc:docMk/>
          <pc:sldMk cId="2290687881" sldId="691"/>
        </pc:sldMkLst>
        <pc:spChg chg="mod">
          <ac:chgData name="Lahiri, Demetrios" userId="S::dlahiri@smu.edu::9d1ad5ea-57b1-4018-85f6-0d05db0c1ea2" providerId="AD" clId="Web-{4E657F89-8034-136D-A6D8-6CA256C294F5}" dt="2025-04-28T23:30:29.295" v="39" actId="20577"/>
          <ac:spMkLst>
            <pc:docMk/>
            <pc:sldMk cId="2290687881" sldId="691"/>
            <ac:spMk id="6" creationId="{18AFB53F-FA9C-C2A2-014E-709D2272E7C6}"/>
          </ac:spMkLst>
        </pc:spChg>
      </pc:sldChg>
    </pc:docChg>
  </pc:docChgLst>
  <pc:docChgLst>
    <pc:chgData name="Lahiri, Demetrios" userId="S::dlahiri@smu.edu::9d1ad5ea-57b1-4018-85f6-0d05db0c1ea2" providerId="AD" clId="Web-{7B289495-062F-77A5-6510-C0A226B1C5A3}"/>
    <pc:docChg chg="addSld delSld modSld sldOrd">
      <pc:chgData name="Lahiri, Demetrios" userId="S::dlahiri@smu.edu::9d1ad5ea-57b1-4018-85f6-0d05db0c1ea2" providerId="AD" clId="Web-{7B289495-062F-77A5-6510-C0A226B1C5A3}" dt="2025-04-30T01:02:17.501" v="2961"/>
      <pc:docMkLst>
        <pc:docMk/>
      </pc:docMkLst>
      <pc:sldChg chg="addSp delSp modSp">
        <pc:chgData name="Lahiri, Demetrios" userId="S::dlahiri@smu.edu::9d1ad5ea-57b1-4018-85f6-0d05db0c1ea2" providerId="AD" clId="Web-{7B289495-062F-77A5-6510-C0A226B1C5A3}" dt="2025-04-30T00:52:33.842" v="2355" actId="20577"/>
        <pc:sldMkLst>
          <pc:docMk/>
          <pc:sldMk cId="2204278369" sldId="279"/>
        </pc:sldMkLst>
        <pc:spChg chg="mod">
          <ac:chgData name="Lahiri, Demetrios" userId="S::dlahiri@smu.edu::9d1ad5ea-57b1-4018-85f6-0d05db0c1ea2" providerId="AD" clId="Web-{7B289495-062F-77A5-6510-C0A226B1C5A3}" dt="2025-04-30T00:25:44.392" v="2207" actId="20577"/>
          <ac:spMkLst>
            <pc:docMk/>
            <pc:sldMk cId="2204278369" sldId="279"/>
            <ac:spMk id="2" creationId="{56140C4E-4396-0F28-5699-21BA9AFF53C9}"/>
          </ac:spMkLst>
        </pc:spChg>
        <pc:spChg chg="mod">
          <ac:chgData name="Lahiri, Demetrios" userId="S::dlahiri@smu.edu::9d1ad5ea-57b1-4018-85f6-0d05db0c1ea2" providerId="AD" clId="Web-{7B289495-062F-77A5-6510-C0A226B1C5A3}" dt="2025-04-30T00:50:47.744" v="2292" actId="20577"/>
          <ac:spMkLst>
            <pc:docMk/>
            <pc:sldMk cId="2204278369" sldId="279"/>
            <ac:spMk id="3" creationId="{B459024D-4E10-F5C5-8178-BBD9C3E290C0}"/>
          </ac:spMkLst>
        </pc:spChg>
        <pc:spChg chg="add mod">
          <ac:chgData name="Lahiri, Demetrios" userId="S::dlahiri@smu.edu::9d1ad5ea-57b1-4018-85f6-0d05db0c1ea2" providerId="AD" clId="Web-{7B289495-062F-77A5-6510-C0A226B1C5A3}" dt="2025-04-30T00:52:33.842" v="2355" actId="20577"/>
          <ac:spMkLst>
            <pc:docMk/>
            <pc:sldMk cId="2204278369" sldId="279"/>
            <ac:spMk id="6" creationId="{1117B20C-CCB6-8454-6C29-A9AF6C7BD1EE}"/>
          </ac:spMkLst>
        </pc:spChg>
        <pc:spChg chg="add del mod">
          <ac:chgData name="Lahiri, Demetrios" userId="S::dlahiri@smu.edu::9d1ad5ea-57b1-4018-85f6-0d05db0c1ea2" providerId="AD" clId="Web-{7B289495-062F-77A5-6510-C0A226B1C5A3}" dt="2025-04-30T00:41:36.539" v="2208"/>
          <ac:spMkLst>
            <pc:docMk/>
            <pc:sldMk cId="2204278369" sldId="279"/>
            <ac:spMk id="7" creationId="{9C703C65-679F-C2A2-A3E0-51121F122EA7}"/>
          </ac:spMkLst>
        </pc:spChg>
        <pc:picChg chg="add del mod">
          <ac:chgData name="Lahiri, Demetrios" userId="S::dlahiri@smu.edu::9d1ad5ea-57b1-4018-85f6-0d05db0c1ea2" providerId="AD" clId="Web-{7B289495-062F-77A5-6510-C0A226B1C5A3}" dt="2025-04-30T00:46:14.704" v="2251"/>
          <ac:picMkLst>
            <pc:docMk/>
            <pc:sldMk cId="2204278369" sldId="279"/>
            <ac:picMk id="8" creationId="{CDF5C047-A1E1-A8E8-12B1-77A3252746C5}"/>
          </ac:picMkLst>
        </pc:picChg>
        <pc:picChg chg="add del mod">
          <ac:chgData name="Lahiri, Demetrios" userId="S::dlahiri@smu.edu::9d1ad5ea-57b1-4018-85f6-0d05db0c1ea2" providerId="AD" clId="Web-{7B289495-062F-77A5-6510-C0A226B1C5A3}" dt="2025-04-30T00:48:01.458" v="2279" actId="14100"/>
          <ac:picMkLst>
            <pc:docMk/>
            <pc:sldMk cId="2204278369" sldId="279"/>
            <ac:picMk id="10" creationId="{A0185114-A37D-C855-8F8A-53308DD1BC27}"/>
          </ac:picMkLst>
        </pc:picChg>
        <pc:picChg chg="add del mod">
          <ac:chgData name="Lahiri, Demetrios" userId="S::dlahiri@smu.edu::9d1ad5ea-57b1-4018-85f6-0d05db0c1ea2" providerId="AD" clId="Web-{7B289495-062F-77A5-6510-C0A226B1C5A3}" dt="2025-04-30T00:48:44.162" v="2280"/>
          <ac:picMkLst>
            <pc:docMk/>
            <pc:sldMk cId="2204278369" sldId="279"/>
            <ac:picMk id="11" creationId="{8A972EC9-9402-5F3F-9515-8A8176AAE3BE}"/>
          </ac:picMkLst>
        </pc:picChg>
        <pc:picChg chg="add del mod">
          <ac:chgData name="Lahiri, Demetrios" userId="S::dlahiri@smu.edu::9d1ad5ea-57b1-4018-85f6-0d05db0c1ea2" providerId="AD" clId="Web-{7B289495-062F-77A5-6510-C0A226B1C5A3}" dt="2025-04-30T00:47:50.192" v="2276"/>
          <ac:picMkLst>
            <pc:docMk/>
            <pc:sldMk cId="2204278369" sldId="279"/>
            <ac:picMk id="13" creationId="{C0482CD5-0D34-129B-B03B-335D87F0EE86}"/>
          </ac:picMkLst>
        </pc:picChg>
        <pc:picChg chg="add mod">
          <ac:chgData name="Lahiri, Demetrios" userId="S::dlahiri@smu.edu::9d1ad5ea-57b1-4018-85f6-0d05db0c1ea2" providerId="AD" clId="Web-{7B289495-062F-77A5-6510-C0A226B1C5A3}" dt="2025-04-30T00:49:14.491" v="2287" actId="1076"/>
          <ac:picMkLst>
            <pc:docMk/>
            <pc:sldMk cId="2204278369" sldId="279"/>
            <ac:picMk id="14" creationId="{A1828716-5E47-440A-3C9D-C9714616EE25}"/>
          </ac:picMkLst>
        </pc:picChg>
      </pc:sldChg>
      <pc:sldChg chg="modSp">
        <pc:chgData name="Lahiri, Demetrios" userId="S::dlahiri@smu.edu::9d1ad5ea-57b1-4018-85f6-0d05db0c1ea2" providerId="AD" clId="Web-{7B289495-062F-77A5-6510-C0A226B1C5A3}" dt="2025-04-30T00:00:30.257" v="64" actId="20577"/>
        <pc:sldMkLst>
          <pc:docMk/>
          <pc:sldMk cId="2012267991" sldId="280"/>
        </pc:sldMkLst>
        <pc:spChg chg="mod">
          <ac:chgData name="Lahiri, Demetrios" userId="S::dlahiri@smu.edu::9d1ad5ea-57b1-4018-85f6-0d05db0c1ea2" providerId="AD" clId="Web-{7B289495-062F-77A5-6510-C0A226B1C5A3}" dt="2025-04-30T00:00:30.257" v="64" actId="20577"/>
          <ac:spMkLst>
            <pc:docMk/>
            <pc:sldMk cId="2012267991" sldId="280"/>
            <ac:spMk id="7" creationId="{B1353D64-8A59-23E8-97F9-2C0035D495F7}"/>
          </ac:spMkLst>
        </pc:spChg>
      </pc:sldChg>
      <pc:sldChg chg="addSp modSp ord">
        <pc:chgData name="Lahiri, Demetrios" userId="S::dlahiri@smu.edu::9d1ad5ea-57b1-4018-85f6-0d05db0c1ea2" providerId="AD" clId="Web-{7B289495-062F-77A5-6510-C0A226B1C5A3}" dt="2025-04-30T01:02:17.501" v="2961"/>
        <pc:sldMkLst>
          <pc:docMk/>
          <pc:sldMk cId="1858521055" sldId="690"/>
        </pc:sldMkLst>
        <pc:spChg chg="add mod">
          <ac:chgData name="Lahiri, Demetrios" userId="S::dlahiri@smu.edu::9d1ad5ea-57b1-4018-85f6-0d05db0c1ea2" providerId="AD" clId="Web-{7B289495-062F-77A5-6510-C0A226B1C5A3}" dt="2025-04-29T23:55:11.592" v="37" actId="1076"/>
          <ac:spMkLst>
            <pc:docMk/>
            <pc:sldMk cId="1858521055" sldId="690"/>
            <ac:spMk id="3" creationId="{B62CDD79-84A4-3C5E-10B4-EC48939503B9}"/>
          </ac:spMkLst>
        </pc:spChg>
        <pc:graphicFrameChg chg="mod modGraphic">
          <ac:chgData name="Lahiri, Demetrios" userId="S::dlahiri@smu.edu::9d1ad5ea-57b1-4018-85f6-0d05db0c1ea2" providerId="AD" clId="Web-{7B289495-062F-77A5-6510-C0A226B1C5A3}" dt="2025-04-30T01:02:17.501" v="2961"/>
          <ac:graphicFrameMkLst>
            <pc:docMk/>
            <pc:sldMk cId="1858521055" sldId="690"/>
            <ac:graphicFrameMk id="15" creationId="{03738B03-90B0-3D94-9233-EE14278C0C29}"/>
          </ac:graphicFrameMkLst>
        </pc:graphicFrameChg>
      </pc:sldChg>
      <pc:sldChg chg="addSp delSp modSp ord">
        <pc:chgData name="Lahiri, Demetrios" userId="S::dlahiri@smu.edu::9d1ad5ea-57b1-4018-85f6-0d05db0c1ea2" providerId="AD" clId="Web-{7B289495-062F-77A5-6510-C0A226B1C5A3}" dt="2025-04-30T00:47:09.315" v="2263"/>
        <pc:sldMkLst>
          <pc:docMk/>
          <pc:sldMk cId="2290687881" sldId="691"/>
        </pc:sldMkLst>
        <pc:spChg chg="del">
          <ac:chgData name="Lahiri, Demetrios" userId="S::dlahiri@smu.edu::9d1ad5ea-57b1-4018-85f6-0d05db0c1ea2" providerId="AD" clId="Web-{7B289495-062F-77A5-6510-C0A226B1C5A3}" dt="2025-04-30T00:47:09.315" v="2263"/>
          <ac:spMkLst>
            <pc:docMk/>
            <pc:sldMk cId="2290687881" sldId="691"/>
            <ac:spMk id="2" creationId="{35D22E8E-F2B8-93BD-417D-F3546CB8ECBD}"/>
          </ac:spMkLst>
        </pc:spChg>
        <pc:spChg chg="mod">
          <ac:chgData name="Lahiri, Demetrios" userId="S::dlahiri@smu.edu::9d1ad5ea-57b1-4018-85f6-0d05db0c1ea2" providerId="AD" clId="Web-{7B289495-062F-77A5-6510-C0A226B1C5A3}" dt="2025-04-30T00:47:07.675" v="2262" actId="20577"/>
          <ac:spMkLst>
            <pc:docMk/>
            <pc:sldMk cId="2290687881" sldId="691"/>
            <ac:spMk id="6" creationId="{18AFB53F-FA9C-C2A2-014E-709D2272E7C6}"/>
          </ac:spMkLst>
        </pc:spChg>
        <pc:spChg chg="add mod">
          <ac:chgData name="Lahiri, Demetrios" userId="S::dlahiri@smu.edu::9d1ad5ea-57b1-4018-85f6-0d05db0c1ea2" providerId="AD" clId="Web-{7B289495-062F-77A5-6510-C0A226B1C5A3}" dt="2025-04-30T00:47:09.315" v="2263"/>
          <ac:spMkLst>
            <pc:docMk/>
            <pc:sldMk cId="2290687881" sldId="691"/>
            <ac:spMk id="10" creationId="{1CC8506B-7F45-8598-2C49-A8E8929D096C}"/>
          </ac:spMkLst>
        </pc:spChg>
      </pc:sldChg>
      <pc:sldChg chg="modSp">
        <pc:chgData name="Lahiri, Demetrios" userId="S::dlahiri@smu.edu::9d1ad5ea-57b1-4018-85f6-0d05db0c1ea2" providerId="AD" clId="Web-{7B289495-062F-77A5-6510-C0A226B1C5A3}" dt="2025-04-30T00:59:28.308" v="2835" actId="20577"/>
        <pc:sldMkLst>
          <pc:docMk/>
          <pc:sldMk cId="1524050222" sldId="693"/>
        </pc:sldMkLst>
        <pc:spChg chg="mod">
          <ac:chgData name="Lahiri, Demetrios" userId="S::dlahiri@smu.edu::9d1ad5ea-57b1-4018-85f6-0d05db0c1ea2" providerId="AD" clId="Web-{7B289495-062F-77A5-6510-C0A226B1C5A3}" dt="2025-04-30T00:10:13.257" v="506" actId="20577"/>
          <ac:spMkLst>
            <pc:docMk/>
            <pc:sldMk cId="1524050222" sldId="693"/>
            <ac:spMk id="6" creationId="{02A2FB6F-B5C7-C88D-EC19-89601DE0EBE0}"/>
          </ac:spMkLst>
        </pc:spChg>
        <pc:spChg chg="mod">
          <ac:chgData name="Lahiri, Demetrios" userId="S::dlahiri@smu.edu::9d1ad5ea-57b1-4018-85f6-0d05db0c1ea2" providerId="AD" clId="Web-{7B289495-062F-77A5-6510-C0A226B1C5A3}" dt="2025-04-30T00:58:57.448" v="2823" actId="20577"/>
          <ac:spMkLst>
            <pc:docMk/>
            <pc:sldMk cId="1524050222" sldId="693"/>
            <ac:spMk id="7" creationId="{165C15A8-E0B4-D645-C5B0-153FADA7DC1B}"/>
          </ac:spMkLst>
        </pc:spChg>
        <pc:spChg chg="mod">
          <ac:chgData name="Lahiri, Demetrios" userId="S::dlahiri@smu.edu::9d1ad5ea-57b1-4018-85f6-0d05db0c1ea2" providerId="AD" clId="Web-{7B289495-062F-77A5-6510-C0A226B1C5A3}" dt="2025-04-30T00:59:28.308" v="2835" actId="20577"/>
          <ac:spMkLst>
            <pc:docMk/>
            <pc:sldMk cId="1524050222" sldId="693"/>
            <ac:spMk id="16" creationId="{F9CC5FD4-9AB6-38ED-DB45-E6FBE9FE5417}"/>
          </ac:spMkLst>
        </pc:spChg>
      </pc:sldChg>
      <pc:sldChg chg="add del replId">
        <pc:chgData name="Lahiri, Demetrios" userId="S::dlahiri@smu.edu::9d1ad5ea-57b1-4018-85f6-0d05db0c1ea2" providerId="AD" clId="Web-{7B289495-062F-77A5-6510-C0A226B1C5A3}" dt="2025-04-30T00:49:00.147" v="2284"/>
        <pc:sldMkLst>
          <pc:docMk/>
          <pc:sldMk cId="2442753842" sldId="694"/>
        </pc:sldMkLst>
      </pc:sldChg>
      <pc:sldChg chg="modSp">
        <pc:chgData name="Lahiri, Demetrios" userId="S::dlahiri@smu.edu::9d1ad5ea-57b1-4018-85f6-0d05db0c1ea2" providerId="AD" clId="Web-{7B289495-062F-77A5-6510-C0A226B1C5A3}" dt="2025-04-30T00:47:25.222" v="2271" actId="20577"/>
        <pc:sldMkLst>
          <pc:docMk/>
          <pc:sldMk cId="3536170688" sldId="694"/>
        </pc:sldMkLst>
        <pc:spChg chg="mod">
          <ac:chgData name="Lahiri, Demetrios" userId="S::dlahiri@smu.edu::9d1ad5ea-57b1-4018-85f6-0d05db0c1ea2" providerId="AD" clId="Web-{7B289495-062F-77A5-6510-C0A226B1C5A3}" dt="2025-04-30T00:47:25.222" v="2271" actId="20577"/>
          <ac:spMkLst>
            <pc:docMk/>
            <pc:sldMk cId="3536170688" sldId="694"/>
            <ac:spMk id="2" creationId="{689A4366-E458-190A-54B8-45DCC2141A6B}"/>
          </ac:spMkLst>
        </pc:spChg>
      </pc:sldChg>
      <pc:sldChg chg="add del replId">
        <pc:chgData name="Lahiri, Demetrios" userId="S::dlahiri@smu.edu::9d1ad5ea-57b1-4018-85f6-0d05db0c1ea2" providerId="AD" clId="Web-{7B289495-062F-77A5-6510-C0A226B1C5A3}" dt="2025-04-30T00:48:58.241" v="2283"/>
        <pc:sldMkLst>
          <pc:docMk/>
          <pc:sldMk cId="2411380321" sldId="695"/>
        </pc:sldMkLst>
      </pc:sldChg>
    </pc:docChg>
  </pc:docChgLst>
  <pc:docChgLst>
    <pc:chgData name="Lahiri, Demetrios" userId="9d1ad5ea-57b1-4018-85f6-0d05db0c1ea2" providerId="ADAL" clId="{38814E23-57B3-49C4-BFE3-39731C5AE2A7}"/>
    <pc:docChg chg="addSld delSld modSld">
      <pc:chgData name="Lahiri, Demetrios" userId="9d1ad5ea-57b1-4018-85f6-0d05db0c1ea2" providerId="ADAL" clId="{38814E23-57B3-49C4-BFE3-39731C5AE2A7}" dt="2025-04-30T18:23:31.569" v="1" actId="47"/>
      <pc:docMkLst>
        <pc:docMk/>
      </pc:docMkLst>
      <pc:sldChg chg="del">
        <pc:chgData name="Lahiri, Demetrios" userId="9d1ad5ea-57b1-4018-85f6-0d05db0c1ea2" providerId="ADAL" clId="{38814E23-57B3-49C4-BFE3-39731C5AE2A7}" dt="2025-04-30T18:23:31.569" v="1" actId="47"/>
        <pc:sldMkLst>
          <pc:docMk/>
          <pc:sldMk cId="4213065125" sldId="694"/>
        </pc:sldMkLst>
      </pc:sldChg>
      <pc:sldChg chg="add">
        <pc:chgData name="Lahiri, Demetrios" userId="9d1ad5ea-57b1-4018-85f6-0d05db0c1ea2" providerId="ADAL" clId="{38814E23-57B3-49C4-BFE3-39731C5AE2A7}" dt="2025-04-30T18:23:26.792" v="0"/>
        <pc:sldMkLst>
          <pc:docMk/>
          <pc:sldMk cId="1129092985" sldId="69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776777-533F-1F46-17A6-3CD27BC5F0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62E372-6FA1-A1FB-D81A-004BBB5AB8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5BA313-476D-7C4B-929B-B38D84B0F007}" type="datetimeFigureOut">
              <a:rPr lang="en-US" smtClean="0"/>
              <a:t>4/30/25</a:t>
            </a:fld>
            <a:endParaRPr lang="en-US"/>
          </a:p>
        </p:txBody>
      </p:sp>
      <p:sp>
        <p:nvSpPr>
          <p:cNvPr id="4" name="Footer Placeholder 3">
            <a:extLst>
              <a:ext uri="{FF2B5EF4-FFF2-40B4-BE49-F238E27FC236}">
                <a16:creationId xmlns:a16="http://schemas.microsoft.com/office/drawing/2014/main" id="{569B3795-CB85-2700-647A-D0D13EEBCD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C15590F-FAEF-DBF2-01E0-01CE91F946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A69087-9585-DD40-9CDA-0E0C83725E4D}" type="slidenum">
              <a:rPr lang="en-US" smtClean="0"/>
              <a:t>‹#›</a:t>
            </a:fld>
            <a:endParaRPr lang="en-US"/>
          </a:p>
        </p:txBody>
      </p:sp>
    </p:spTree>
    <p:extLst>
      <p:ext uri="{BB962C8B-B14F-4D97-AF65-F5344CB8AC3E}">
        <p14:creationId xmlns:p14="http://schemas.microsoft.com/office/powerpoint/2010/main" val="189936115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4T23:11:36.625"/>
    </inkml:context>
    <inkml:brush xml:id="br0">
      <inkml:brushProperty name="width" value="0.1" units="cm"/>
      <inkml:brushProperty name="height" value="0.1" units="cm"/>
    </inkml:brush>
  </inkml:definitions>
  <inkml:trace contextRef="#ctx0" brushRef="#br0">31268 1016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1" name="Shape 191"/>
          <p:cNvSpPr>
            <a:spLocks noGrp="1" noRot="1" noChangeAspect="1"/>
          </p:cNvSpPr>
          <p:nvPr>
            <p:ph type="sldImg"/>
          </p:nvPr>
        </p:nvSpPr>
        <p:spPr>
          <a:xfrm>
            <a:off x="1143000" y="685800"/>
            <a:ext cx="4572000" cy="3429000"/>
          </a:xfrm>
          <a:prstGeom prst="rect">
            <a:avLst/>
          </a:prstGeom>
        </p:spPr>
        <p:txBody>
          <a:bodyPr/>
          <a:lstStyle/>
          <a:p>
            <a:endParaRPr/>
          </a:p>
        </p:txBody>
      </p:sp>
      <p:sp>
        <p:nvSpPr>
          <p:cNvPr id="192" name="Shape 1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90878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59265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https://</a:t>
            </a:r>
            <a:r>
              <a:rPr lang="en-US" err="1"/>
              <a:t>onedrive.live.com</a:t>
            </a:r>
            <a:r>
              <a:rPr lang="en-US"/>
              <a:t>/personal/21124c5c80d4aece/_layouts/15/</a:t>
            </a:r>
            <a:r>
              <a:rPr lang="en-US" err="1"/>
              <a:t>Doc.aspx?sourcedoc</a:t>
            </a:r>
            <a:r>
              <a:rPr lang="en-US"/>
              <a:t>=%7B7fb6f4d5-67c3-47f0-8742-50134b108d2a%7D&amp;action=</a:t>
            </a:r>
            <a:r>
              <a:rPr lang="en-US" err="1"/>
              <a:t>default&amp;redeem</a:t>
            </a:r>
            <a:r>
              <a:rPr lang="en-US"/>
              <a:t>=aHR0cHM6Ly8xZHJ2Lm1zL3gvYy8yMTEyNGM1YzgwZDRhZWNlL0VkWDB0bl9EWl9CSGgwSlFFMHNRalNvQlBrb1FGSHIyNzJ3QnMtVXUzTkhSVnc_ZT00OmozazdFUiZhdD05&amp;slrid=566699a1-2009-8000-cd27-a4fbb5ef6cb7&amp;originalPath=aHR0cHM6Ly8xZHJ2Lm1zL3gvYy8yMTEyNGM1YzgwZDRhZWNlL0VkWDB0bl9EWl9CSGgwSlFFMHNRalNvQlBrb1FGSHIyNzJ3QnMtVXUzTkhSVnc_cnRpbWU9V0NsSzQ0S0gzVWc&amp;CID=95adbcab-fe34-4785-a9d4-339ffd9ca553&amp;_SRM=0:G:40</a:t>
            </a:r>
          </a:p>
          <a:p>
            <a:endParaRPr lang="en-US"/>
          </a:p>
        </p:txBody>
      </p:sp>
    </p:spTree>
    <p:extLst>
      <p:ext uri="{BB962C8B-B14F-4D97-AF65-F5344CB8AC3E}">
        <p14:creationId xmlns:p14="http://schemas.microsoft.com/office/powerpoint/2010/main" val="35073690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eneral">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CB57ED-E388-2261-7CAC-43D04883C264}"/>
              </a:ext>
            </a:extLst>
          </p:cNvPr>
          <p:cNvSpPr/>
          <p:nvPr userDrawn="1"/>
        </p:nvSpPr>
        <p:spPr>
          <a:xfrm>
            <a:off x="0" y="0"/>
            <a:ext cx="24384000" cy="13716000"/>
          </a:xfrm>
          <a:prstGeom prst="rect">
            <a:avLst/>
          </a:prstGeom>
          <a:solidFill>
            <a:srgbClr val="0C111D">
              <a:alpha val="84706"/>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uthor and Date"/>
          <p:cNvSpPr txBox="1">
            <a:spLocks noGrp="1"/>
          </p:cNvSpPr>
          <p:nvPr>
            <p:ph type="body" sz="quarter" idx="21" hasCustomPrompt="1"/>
          </p:nvPr>
        </p:nvSpPr>
        <p:spPr>
          <a:xfrm>
            <a:off x="1201340" y="12154552"/>
            <a:ext cx="22530530" cy="636979"/>
          </a:xfrm>
          <a:prstGeom prst="rect">
            <a:avLst/>
          </a:prstGeom>
        </p:spPr>
        <p:txBody>
          <a:bodyPr lIns="0" tIns="45719" rIns="45719" bIns="45719"/>
          <a:lstStyle>
            <a:lvl1pPr marL="0" indent="0" defTabSz="825500">
              <a:lnSpc>
                <a:spcPct val="100000"/>
              </a:lnSpc>
              <a:spcBef>
                <a:spcPts val="0"/>
              </a:spcBef>
              <a:buSzTx/>
              <a:buNone/>
              <a:defRPr sz="3600" b="0" i="0">
                <a:solidFill>
                  <a:srgbClr val="D5D5D5"/>
                </a:solidFill>
                <a:latin typeface="Poppins Medium" pitchFamily="2" charset="77"/>
                <a:cs typeface="Poppins Medium" pitchFamily="2" charset="77"/>
              </a:defRPr>
            </a:lvl1pPr>
          </a:lstStyle>
          <a:p>
            <a:r>
              <a:t>Author and Date</a:t>
            </a:r>
          </a:p>
        </p:txBody>
      </p:sp>
      <p:sp>
        <p:nvSpPr>
          <p:cNvPr id="12" name="Presentation Title"/>
          <p:cNvSpPr txBox="1">
            <a:spLocks noGrp="1"/>
          </p:cNvSpPr>
          <p:nvPr>
            <p:ph type="title" hasCustomPrompt="1"/>
          </p:nvPr>
        </p:nvSpPr>
        <p:spPr>
          <a:xfrm>
            <a:off x="1206496" y="2574991"/>
            <a:ext cx="22525374" cy="4648201"/>
          </a:xfrm>
          <a:prstGeom prst="rect">
            <a:avLst/>
          </a:prstGeom>
        </p:spPr>
        <p:txBody>
          <a:bodyPr lIns="0" anchor="b"/>
          <a:lstStyle>
            <a:lvl1pPr>
              <a:defRPr sz="11600" b="1" i="0" spc="-232">
                <a:solidFill>
                  <a:schemeClr val="tx1"/>
                </a:solidFill>
                <a:latin typeface="Inter SemiBold" panose="02000503000000020004" pitchFamily="2" charset="0"/>
                <a:ea typeface="Inter SemiBold" panose="02000503000000020004" pitchFamily="2" charset="0"/>
              </a:defRPr>
            </a:lvl1pPr>
          </a:lstStyle>
          <a:p>
            <a:r>
              <a:t>Presentation Title</a:t>
            </a:r>
          </a:p>
        </p:txBody>
      </p:sp>
      <p:sp>
        <p:nvSpPr>
          <p:cNvPr id="13" name="Body Level One…"/>
          <p:cNvSpPr txBox="1">
            <a:spLocks noGrp="1"/>
          </p:cNvSpPr>
          <p:nvPr>
            <p:ph type="body" sz="quarter" idx="1" hasCustomPrompt="1"/>
          </p:nvPr>
        </p:nvSpPr>
        <p:spPr>
          <a:xfrm>
            <a:off x="1201342" y="7223190"/>
            <a:ext cx="22530528" cy="1905001"/>
          </a:xfrm>
          <a:prstGeom prst="rect">
            <a:avLst/>
          </a:prstGeom>
        </p:spPr>
        <p:txBody>
          <a:bodyPr lIns="0"/>
          <a:lstStyle>
            <a:lvl1pPr marL="0" indent="0" defTabSz="825500">
              <a:lnSpc>
                <a:spcPct val="100000"/>
              </a:lnSpc>
              <a:spcBef>
                <a:spcPts val="0"/>
              </a:spcBef>
              <a:buSzTx/>
              <a:buNone/>
              <a:defRPr sz="5500" b="0" i="0">
                <a:solidFill>
                  <a:srgbClr val="D5D5D5"/>
                </a:solidFill>
                <a:latin typeface="Inter Medium" panose="02000503000000020004" pitchFamily="2" charset="0"/>
                <a:ea typeface="Inter Medium" panose="02000503000000020004" pitchFamily="2" charset="0"/>
                <a:cs typeface="Poppins Medium" pitchFamily="2" charset="77"/>
              </a:defRPr>
            </a:lvl1pPr>
            <a:lvl2pPr marL="0" indent="457200" defTabSz="825500">
              <a:lnSpc>
                <a:spcPct val="100000"/>
              </a:lnSpc>
              <a:spcBef>
                <a:spcPts val="0"/>
              </a:spcBef>
              <a:buSzTx/>
              <a:buNone/>
              <a:defRPr sz="5500" b="0" i="0">
                <a:solidFill>
                  <a:srgbClr val="D5D5D5"/>
                </a:solidFill>
                <a:latin typeface="Poppins Medium" pitchFamily="2" charset="77"/>
                <a:cs typeface="Poppins Medium" pitchFamily="2" charset="77"/>
              </a:defRPr>
            </a:lvl2pPr>
            <a:lvl3pPr marL="0" indent="914400" defTabSz="825500">
              <a:lnSpc>
                <a:spcPct val="100000"/>
              </a:lnSpc>
              <a:spcBef>
                <a:spcPts val="0"/>
              </a:spcBef>
              <a:buSzTx/>
              <a:buNone/>
              <a:defRPr sz="5500" b="0" i="0">
                <a:solidFill>
                  <a:srgbClr val="D5D5D5"/>
                </a:solidFill>
                <a:latin typeface="Poppins Medium" pitchFamily="2" charset="77"/>
                <a:cs typeface="Poppins Medium" pitchFamily="2" charset="77"/>
              </a:defRPr>
            </a:lvl3pPr>
            <a:lvl4pPr marL="0" indent="1371600" defTabSz="825500">
              <a:lnSpc>
                <a:spcPct val="100000"/>
              </a:lnSpc>
              <a:spcBef>
                <a:spcPts val="0"/>
              </a:spcBef>
              <a:buSzTx/>
              <a:buNone/>
              <a:defRPr sz="5500" b="0" i="0">
                <a:solidFill>
                  <a:srgbClr val="D5D5D5"/>
                </a:solidFill>
                <a:latin typeface="Poppins Medium" pitchFamily="2" charset="77"/>
                <a:cs typeface="Poppins Medium" pitchFamily="2" charset="77"/>
              </a:defRPr>
            </a:lvl4pPr>
            <a:lvl5pPr marL="0" indent="1828800" defTabSz="825500">
              <a:lnSpc>
                <a:spcPct val="100000"/>
              </a:lnSpc>
              <a:spcBef>
                <a:spcPts val="0"/>
              </a:spcBef>
              <a:buSzTx/>
              <a:buNone/>
              <a:defRPr sz="5500" b="0" i="0">
                <a:solidFill>
                  <a:srgbClr val="D5D5D5"/>
                </a:solidFill>
                <a:latin typeface="Poppins Medium" pitchFamily="2" charset="77"/>
                <a:cs typeface="Poppins Medium" pitchFamily="2" charset="77"/>
              </a:defRPr>
            </a:lvl5pPr>
          </a:lstStyle>
          <a:p>
            <a:r>
              <a:t>Presentation Subtitle</a:t>
            </a:r>
          </a:p>
          <a:p>
            <a:pPr lvl="1"/>
            <a:endParaRPr/>
          </a:p>
          <a:p>
            <a:pPr lvl="2"/>
            <a:endParaRPr/>
          </a:p>
          <a:p>
            <a:pPr lvl="3"/>
            <a:endParaRPr/>
          </a:p>
          <a:p>
            <a:pPr lvl="4"/>
            <a:endParaRPr/>
          </a:p>
        </p:txBody>
      </p:sp>
      <p:pic>
        <p:nvPicPr>
          <p:cNvPr id="4" name="Picture 3">
            <a:extLst>
              <a:ext uri="{FF2B5EF4-FFF2-40B4-BE49-F238E27FC236}">
                <a16:creationId xmlns:a16="http://schemas.microsoft.com/office/drawing/2014/main" id="{4D62AAA5-C244-1EAD-2BC7-07AD55BBB3F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2145552" y="13080986"/>
            <a:ext cx="1642508" cy="226659"/>
          </a:xfrm>
          <a:prstGeom prst="rect">
            <a:avLst/>
          </a:prstGeom>
        </p:spPr>
      </p:pic>
      <p:cxnSp>
        <p:nvCxnSpPr>
          <p:cNvPr id="5" name="Straight Connector 4">
            <a:extLst>
              <a:ext uri="{FF2B5EF4-FFF2-40B4-BE49-F238E27FC236}">
                <a16:creationId xmlns:a16="http://schemas.microsoft.com/office/drawing/2014/main" id="{53947A55-4C4D-D6EC-C9AF-68C36E3CB15D}"/>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CBC97255-0884-8B0D-FB68-1CBD2DCBF4ED}"/>
              </a:ext>
            </a:extLst>
          </p:cNvPr>
          <p:cNvSpPr txBox="1"/>
          <p:nvPr userDrawn="1"/>
        </p:nvSpPr>
        <p:spPr>
          <a:xfrm>
            <a:off x="1201340" y="12983103"/>
            <a:ext cx="12192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rIns="0">
            <a:spAutoFit/>
          </a:bodyPr>
          <a:lstStyle/>
          <a:p>
            <a:pPr algn="l"/>
            <a:r>
              <a:rPr lang="en-US" sz="1200">
                <a:solidFill>
                  <a:srgbClr val="D3D3D3"/>
                </a:solidFill>
              </a:rPr>
              <a:t>©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3672506428"/>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B948B25D-BC1D-522F-3028-8FB5F20EBEA5}"/>
              </a:ext>
            </a:extLst>
          </p:cNvPr>
          <p:cNvSpPr>
            <a:spLocks noGrp="1"/>
          </p:cNvSpPr>
          <p:nvPr>
            <p:ph idx="1"/>
          </p:nvPr>
        </p:nvSpPr>
        <p:spPr>
          <a:xfrm>
            <a:off x="914400" y="3209366"/>
            <a:ext cx="22481241" cy="914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799"/>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4" name="Slide Number">
            <a:extLst>
              <a:ext uri="{FF2B5EF4-FFF2-40B4-BE49-F238E27FC236}">
                <a16:creationId xmlns:a16="http://schemas.microsoft.com/office/drawing/2014/main" id="{E3029983-65FA-A49F-7DE4-4080D73632D3}"/>
              </a:ext>
            </a:extLst>
          </p:cNvPr>
          <p:cNvSpPr txBox="1">
            <a:spLocks noGrp="1"/>
          </p:cNvSpPr>
          <p:nvPr>
            <p:ph type="sldNum" sz="quarter" idx="2"/>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7395791"/>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D7139-5A64-A10F-2EAB-BD702394E4E5}"/>
              </a:ext>
            </a:extLst>
          </p:cNvPr>
          <p:cNvSpPr>
            <a:spLocks noGrp="1"/>
          </p:cNvSpPr>
          <p:nvPr>
            <p:ph sz="half" idx="1"/>
          </p:nvPr>
        </p:nvSpPr>
        <p:spPr>
          <a:xfrm>
            <a:off x="914400"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91B195-19A4-1223-7B33-C6B612B2CD5E}"/>
              </a:ext>
            </a:extLst>
          </p:cNvPr>
          <p:cNvSpPr>
            <a:spLocks noGrp="1"/>
          </p:cNvSpPr>
          <p:nvPr>
            <p:ph sz="half" idx="2"/>
          </p:nvPr>
        </p:nvSpPr>
        <p:spPr>
          <a:xfrm>
            <a:off x="13142258"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D426FA0E-AED5-5ACC-6263-82A574D87B8B}"/>
              </a:ext>
            </a:extLst>
          </p:cNvPr>
          <p:cNvSpPr>
            <a:spLocks noGrp="1"/>
          </p:cNvSpPr>
          <p:nvPr>
            <p:ph type="body" sz="quarter" idx="13" hasCustomPrompt="1"/>
          </p:nvPr>
        </p:nvSpPr>
        <p:spPr>
          <a:xfrm>
            <a:off x="914399" y="685800"/>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1" name="Slide Number">
            <a:extLst>
              <a:ext uri="{FF2B5EF4-FFF2-40B4-BE49-F238E27FC236}">
                <a16:creationId xmlns:a16="http://schemas.microsoft.com/office/drawing/2014/main" id="{E4D1432D-D7E0-7FBA-904B-A22566B27F70}"/>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
        <p:nvSpPr>
          <p:cNvPr id="12" name="Title 1">
            <a:extLst>
              <a:ext uri="{FF2B5EF4-FFF2-40B4-BE49-F238E27FC236}">
                <a16:creationId xmlns:a16="http://schemas.microsoft.com/office/drawing/2014/main" id="{5E0526D6-879B-8512-B5E0-7F149445EC8F}"/>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Tree>
    <p:extLst>
      <p:ext uri="{BB962C8B-B14F-4D97-AF65-F5344CB8AC3E}">
        <p14:creationId xmlns:p14="http://schemas.microsoft.com/office/powerpoint/2010/main" val="15532777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1" y="5876364"/>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401" y="5419164"/>
            <a:ext cx="10381129" cy="457200"/>
          </a:xfrm>
        </p:spPr>
        <p:txBody>
          <a:bodyPr anchor="ctr">
            <a:noAutofit/>
          </a:bodyPr>
          <a:lstStyle>
            <a:lvl1pPr marL="0" indent="0">
              <a:buNone/>
              <a:defRPr sz="2400" b="1" i="0" spc="600">
                <a:solidFill>
                  <a:schemeClr val="tx2">
                    <a:lumMod val="75000"/>
                    <a:lumOff val="25000"/>
                  </a:schemeClr>
                </a:solidFill>
                <a:latin typeface="Poppins" pitchFamily="2" charset="77"/>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5" name="Slide Number">
            <a:extLst>
              <a:ext uri="{FF2B5EF4-FFF2-40B4-BE49-F238E27FC236}">
                <a16:creationId xmlns:a16="http://schemas.microsoft.com/office/drawing/2014/main" id="{BED4083A-D6B9-AA23-8113-C671D5AC6F98}"/>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086505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0" y="1143000"/>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800"/>
            <a:ext cx="1038112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pic>
        <p:nvPicPr>
          <p:cNvPr id="3" name="Picture 2">
            <a:extLst>
              <a:ext uri="{FF2B5EF4-FFF2-40B4-BE49-F238E27FC236}">
                <a16:creationId xmlns:a16="http://schemas.microsoft.com/office/drawing/2014/main" id="{95FA3695-C6C3-6C1E-A6C2-E05C7E726E01}"/>
              </a:ext>
            </a:extLst>
          </p:cNvPr>
          <p:cNvPicPr>
            <a:picLocks noChangeAspect="1"/>
          </p:cNvPicPr>
          <p:nvPr userDrawn="1"/>
        </p:nvPicPr>
        <p:blipFill>
          <a:blip r:embed="rId2">
            <a:extLst>
              <a:ext uri="{28A0092B-C50C-407E-A947-70E740481C1C}">
                <a14:useLocalDpi xmlns:a14="http://schemas.microsoft.com/office/drawing/2010/main" val="0"/>
              </a:ext>
            </a:extLst>
          </a:blip>
          <a:srcRect l="17127" r="17127"/>
          <a:stretch/>
        </p:blipFill>
        <p:spPr>
          <a:xfrm>
            <a:off x="12266382" y="0"/>
            <a:ext cx="13037657" cy="13716000"/>
          </a:xfrm>
          <a:prstGeom prst="rect">
            <a:avLst/>
          </a:prstGeom>
        </p:spPr>
      </p:pic>
      <p:sp>
        <p:nvSpPr>
          <p:cNvPr id="6" name="Rectangle 5">
            <a:extLst>
              <a:ext uri="{FF2B5EF4-FFF2-40B4-BE49-F238E27FC236}">
                <a16:creationId xmlns:a16="http://schemas.microsoft.com/office/drawing/2014/main" id="{01988D3D-5496-22F7-3C2C-365C0644652D}"/>
              </a:ext>
            </a:extLst>
          </p:cNvPr>
          <p:cNvSpPr/>
          <p:nvPr userDrawn="1"/>
        </p:nvSpPr>
        <p:spPr>
          <a:xfrm>
            <a:off x="12266382" y="0"/>
            <a:ext cx="13037657" cy="13716000"/>
          </a:xfrm>
          <a:prstGeom prst="rect">
            <a:avLst/>
          </a:prstGeom>
          <a:solidFill>
            <a:schemeClr val="tx1">
              <a:alpha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Text Placeholder 9">
            <a:extLst>
              <a:ext uri="{FF2B5EF4-FFF2-40B4-BE49-F238E27FC236}">
                <a16:creationId xmlns:a16="http://schemas.microsoft.com/office/drawing/2014/main" id="{600F98A0-D6C1-5488-4341-E74D3B851E1A}"/>
              </a:ext>
            </a:extLst>
          </p:cNvPr>
          <p:cNvSpPr>
            <a:spLocks noGrp="1"/>
          </p:cNvSpPr>
          <p:nvPr>
            <p:ph type="body" sz="quarter" idx="15"/>
          </p:nvPr>
        </p:nvSpPr>
        <p:spPr>
          <a:xfrm>
            <a:off x="914400" y="3886200"/>
            <a:ext cx="10380663" cy="8490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0664033"/>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B948B25D-BC1D-522F-3028-8FB5F20EBEA5}"/>
              </a:ext>
            </a:extLst>
          </p:cNvPr>
          <p:cNvSpPr>
            <a:spLocks noGrp="1"/>
          </p:cNvSpPr>
          <p:nvPr>
            <p:ph idx="1"/>
          </p:nvPr>
        </p:nvSpPr>
        <p:spPr>
          <a:xfrm>
            <a:off x="914400" y="3209366"/>
            <a:ext cx="22481241" cy="914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799"/>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4" name="Slide Number">
            <a:extLst>
              <a:ext uri="{FF2B5EF4-FFF2-40B4-BE49-F238E27FC236}">
                <a16:creationId xmlns:a16="http://schemas.microsoft.com/office/drawing/2014/main" id="{E3029983-65FA-A49F-7DE4-4080D73632D3}"/>
              </a:ext>
            </a:extLst>
          </p:cNvPr>
          <p:cNvSpPr txBox="1">
            <a:spLocks noGrp="1"/>
          </p:cNvSpPr>
          <p:nvPr>
            <p:ph type="sldNum" sz="quarter" idx="2"/>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90819527"/>
      </p:ext>
    </p:extLst>
  </p:cSld>
  <p:clrMapOvr>
    <a:masterClrMapping/>
  </p:clrMapOvr>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General">
    <p:bg>
      <p:bgPr>
        <a:blipFill dpi="0" rotWithShape="1">
          <a:blip>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CB57ED-E388-2261-7CAC-43D04883C264}"/>
              </a:ext>
            </a:extLst>
          </p:cNvPr>
          <p:cNvSpPr/>
          <p:nvPr userDrawn="1"/>
        </p:nvSpPr>
        <p:spPr>
          <a:xfrm>
            <a:off x="0" y="0"/>
            <a:ext cx="24384000" cy="13716000"/>
          </a:xfrm>
          <a:prstGeom prst="rect">
            <a:avLst/>
          </a:prstGeom>
          <a:solidFill>
            <a:srgbClr val="0C111D">
              <a:alpha val="84706"/>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uthor and Date"/>
          <p:cNvSpPr txBox="1">
            <a:spLocks noGrp="1"/>
          </p:cNvSpPr>
          <p:nvPr>
            <p:ph type="body" sz="quarter" idx="21" hasCustomPrompt="1"/>
          </p:nvPr>
        </p:nvSpPr>
        <p:spPr>
          <a:xfrm>
            <a:off x="1201340" y="12154552"/>
            <a:ext cx="22530530" cy="636979"/>
          </a:xfrm>
          <a:prstGeom prst="rect">
            <a:avLst/>
          </a:prstGeom>
        </p:spPr>
        <p:txBody>
          <a:bodyPr lIns="0" tIns="45719" rIns="45719" bIns="45719"/>
          <a:lstStyle>
            <a:lvl1pPr marL="0" indent="0" defTabSz="825500">
              <a:lnSpc>
                <a:spcPct val="100000"/>
              </a:lnSpc>
              <a:spcBef>
                <a:spcPts val="0"/>
              </a:spcBef>
              <a:buSzTx/>
              <a:buNone/>
              <a:defRPr sz="3600" b="0" i="0">
                <a:solidFill>
                  <a:srgbClr val="D5D5D5"/>
                </a:solidFill>
                <a:latin typeface="Poppins Medium" pitchFamily="2" charset="77"/>
                <a:cs typeface="Poppins Medium" pitchFamily="2" charset="77"/>
              </a:defRPr>
            </a:lvl1pPr>
          </a:lstStyle>
          <a:p>
            <a:r>
              <a:t>Author and Date</a:t>
            </a:r>
          </a:p>
        </p:txBody>
      </p:sp>
      <p:sp>
        <p:nvSpPr>
          <p:cNvPr id="12" name="Presentation Title"/>
          <p:cNvSpPr txBox="1">
            <a:spLocks noGrp="1"/>
          </p:cNvSpPr>
          <p:nvPr>
            <p:ph type="title" hasCustomPrompt="1"/>
          </p:nvPr>
        </p:nvSpPr>
        <p:spPr>
          <a:xfrm>
            <a:off x="1206496" y="2574991"/>
            <a:ext cx="22525374" cy="4648201"/>
          </a:xfrm>
          <a:prstGeom prst="rect">
            <a:avLst/>
          </a:prstGeom>
        </p:spPr>
        <p:txBody>
          <a:bodyPr lIns="0" anchor="b"/>
          <a:lstStyle>
            <a:lvl1pPr>
              <a:defRPr sz="11600" b="1" i="0" spc="-232">
                <a:solidFill>
                  <a:schemeClr val="tx1"/>
                </a:solidFill>
                <a:latin typeface="Inter SemiBold" panose="02000503000000020004" pitchFamily="2" charset="0"/>
                <a:ea typeface="Inter SemiBold" panose="02000503000000020004" pitchFamily="2" charset="0"/>
              </a:defRPr>
            </a:lvl1pPr>
          </a:lstStyle>
          <a:p>
            <a:r>
              <a:t>Presentation Title</a:t>
            </a:r>
          </a:p>
        </p:txBody>
      </p:sp>
      <p:sp>
        <p:nvSpPr>
          <p:cNvPr id="13" name="Body Level One…"/>
          <p:cNvSpPr txBox="1">
            <a:spLocks noGrp="1"/>
          </p:cNvSpPr>
          <p:nvPr>
            <p:ph type="body" sz="quarter" idx="1" hasCustomPrompt="1"/>
          </p:nvPr>
        </p:nvSpPr>
        <p:spPr>
          <a:xfrm>
            <a:off x="1201342" y="7223190"/>
            <a:ext cx="22530528" cy="1905001"/>
          </a:xfrm>
          <a:prstGeom prst="rect">
            <a:avLst/>
          </a:prstGeom>
        </p:spPr>
        <p:txBody>
          <a:bodyPr lIns="0"/>
          <a:lstStyle>
            <a:lvl1pPr marL="0" indent="0" defTabSz="825500">
              <a:lnSpc>
                <a:spcPct val="100000"/>
              </a:lnSpc>
              <a:spcBef>
                <a:spcPts val="0"/>
              </a:spcBef>
              <a:buSzTx/>
              <a:buNone/>
              <a:defRPr sz="5500" b="0" i="0">
                <a:solidFill>
                  <a:srgbClr val="D5D5D5"/>
                </a:solidFill>
                <a:latin typeface="Inter Medium" panose="02000503000000020004" pitchFamily="2" charset="0"/>
                <a:ea typeface="Inter Medium" panose="02000503000000020004" pitchFamily="2" charset="0"/>
                <a:cs typeface="Poppins Medium" pitchFamily="2" charset="77"/>
              </a:defRPr>
            </a:lvl1pPr>
            <a:lvl2pPr marL="0" indent="457200" defTabSz="825500">
              <a:lnSpc>
                <a:spcPct val="100000"/>
              </a:lnSpc>
              <a:spcBef>
                <a:spcPts val="0"/>
              </a:spcBef>
              <a:buSzTx/>
              <a:buNone/>
              <a:defRPr sz="5500" b="0" i="0">
                <a:solidFill>
                  <a:srgbClr val="D5D5D5"/>
                </a:solidFill>
                <a:latin typeface="Poppins Medium" pitchFamily="2" charset="77"/>
                <a:cs typeface="Poppins Medium" pitchFamily="2" charset="77"/>
              </a:defRPr>
            </a:lvl2pPr>
            <a:lvl3pPr marL="0" indent="914400" defTabSz="825500">
              <a:lnSpc>
                <a:spcPct val="100000"/>
              </a:lnSpc>
              <a:spcBef>
                <a:spcPts val="0"/>
              </a:spcBef>
              <a:buSzTx/>
              <a:buNone/>
              <a:defRPr sz="5500" b="0" i="0">
                <a:solidFill>
                  <a:srgbClr val="D5D5D5"/>
                </a:solidFill>
                <a:latin typeface="Poppins Medium" pitchFamily="2" charset="77"/>
                <a:cs typeface="Poppins Medium" pitchFamily="2" charset="77"/>
              </a:defRPr>
            </a:lvl3pPr>
            <a:lvl4pPr marL="0" indent="1371600" defTabSz="825500">
              <a:lnSpc>
                <a:spcPct val="100000"/>
              </a:lnSpc>
              <a:spcBef>
                <a:spcPts val="0"/>
              </a:spcBef>
              <a:buSzTx/>
              <a:buNone/>
              <a:defRPr sz="5500" b="0" i="0">
                <a:solidFill>
                  <a:srgbClr val="D5D5D5"/>
                </a:solidFill>
                <a:latin typeface="Poppins Medium" pitchFamily="2" charset="77"/>
                <a:cs typeface="Poppins Medium" pitchFamily="2" charset="77"/>
              </a:defRPr>
            </a:lvl4pPr>
            <a:lvl5pPr marL="0" indent="1828800" defTabSz="825500">
              <a:lnSpc>
                <a:spcPct val="100000"/>
              </a:lnSpc>
              <a:spcBef>
                <a:spcPts val="0"/>
              </a:spcBef>
              <a:buSzTx/>
              <a:buNone/>
              <a:defRPr sz="5500" b="0" i="0">
                <a:solidFill>
                  <a:srgbClr val="D5D5D5"/>
                </a:solidFill>
                <a:latin typeface="Poppins Medium" pitchFamily="2" charset="77"/>
                <a:cs typeface="Poppins Medium" pitchFamily="2" charset="77"/>
              </a:defRPr>
            </a:lvl5pPr>
          </a:lstStyle>
          <a:p>
            <a:r>
              <a:t>Presentation Subtitle</a:t>
            </a:r>
          </a:p>
          <a:p>
            <a:pPr lvl="1"/>
            <a:endParaRPr/>
          </a:p>
          <a:p>
            <a:pPr lvl="2"/>
            <a:endParaRPr/>
          </a:p>
          <a:p>
            <a:pPr lvl="3"/>
            <a:endParaRPr/>
          </a:p>
          <a:p>
            <a:pPr lvl="4"/>
            <a:endParaRPr/>
          </a:p>
        </p:txBody>
      </p:sp>
      <p:pic>
        <p:nvPicPr>
          <p:cNvPr id="4" name="Picture 3">
            <a:extLst>
              <a:ext uri="{FF2B5EF4-FFF2-40B4-BE49-F238E27FC236}">
                <a16:creationId xmlns:a16="http://schemas.microsoft.com/office/drawing/2014/main" id="{4D62AAA5-C244-1EAD-2BC7-07AD55BBB3F3}"/>
              </a:ext>
            </a:extLst>
          </p:cNvPr>
          <p:cNvPicPr>
            <a:picLocks noChangeAspect="1"/>
          </p:cNvPicPr>
          <p:nvPr userDrawn="1"/>
        </p:nvPicPr>
        <p:blipFill>
          <a:blip>
            <a:extLst>
              <a:ext uri="{28A0092B-C50C-407E-A947-70E740481C1C}">
                <a14:useLocalDpi xmlns:a14="http://schemas.microsoft.com/office/drawing/2010/main" val="0"/>
              </a:ext>
            </a:extLst>
          </a:blip>
          <a:srcRect/>
          <a:stretch/>
        </p:blipFill>
        <p:spPr>
          <a:xfrm>
            <a:off x="22145552" y="13080986"/>
            <a:ext cx="1642508" cy="226659"/>
          </a:xfrm>
          <a:prstGeom prst="rect">
            <a:avLst/>
          </a:prstGeom>
        </p:spPr>
      </p:pic>
      <p:cxnSp>
        <p:nvCxnSpPr>
          <p:cNvPr id="5" name="Straight Connector 4">
            <a:extLst>
              <a:ext uri="{FF2B5EF4-FFF2-40B4-BE49-F238E27FC236}">
                <a16:creationId xmlns:a16="http://schemas.microsoft.com/office/drawing/2014/main" id="{53947A55-4C4D-D6EC-C9AF-68C36E3CB15D}"/>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CBC97255-0884-8B0D-FB68-1CBD2DCBF4ED}"/>
              </a:ext>
            </a:extLst>
          </p:cNvPr>
          <p:cNvSpPr txBox="1"/>
          <p:nvPr userDrawn="1"/>
        </p:nvSpPr>
        <p:spPr>
          <a:xfrm>
            <a:off x="1201340" y="12983103"/>
            <a:ext cx="12192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rIns="0">
            <a:spAutoFit/>
          </a:bodyPr>
          <a:lstStyle/>
          <a:p>
            <a:pPr algn="l"/>
            <a:r>
              <a:rPr lang="en-US" sz="1200">
                <a:solidFill>
                  <a:srgbClr val="D3D3D3"/>
                </a:solidFill>
              </a:rPr>
              <a:t>©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3876782344"/>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eneral1">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9E2FA4-E544-D2EB-A0FC-11608BB1FF68}"/>
              </a:ext>
            </a:extLst>
          </p:cNvPr>
          <p:cNvSpPr/>
          <p:nvPr userDrawn="1"/>
        </p:nvSpPr>
        <p:spPr>
          <a:xfrm>
            <a:off x="0" y="0"/>
            <a:ext cx="24384000" cy="13716000"/>
          </a:xfrm>
          <a:prstGeom prst="rect">
            <a:avLst/>
          </a:prstGeom>
          <a:solidFill>
            <a:srgbClr val="0C111D">
              <a:alpha val="85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Disclaimer - This is a preliminary draft for discussion purposes only and is not intended for public or media distribution. Warranty - Bonjoy, LLC and its affiliates offer no warranty regarding the information in this draft; and in no circumstances will ">
            <a:extLst>
              <a:ext uri="{FF2B5EF4-FFF2-40B4-BE49-F238E27FC236}">
                <a16:creationId xmlns:a16="http://schemas.microsoft.com/office/drawing/2014/main" id="{EE8DE6D1-3953-2F21-D710-12914EBE492C}"/>
              </a:ext>
            </a:extLst>
          </p:cNvPr>
          <p:cNvSpPr txBox="1"/>
          <p:nvPr userDrawn="1"/>
        </p:nvSpPr>
        <p:spPr>
          <a:xfrm>
            <a:off x="1201340" y="11800123"/>
            <a:ext cx="22736622" cy="833220"/>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12531" tIns="12531" rIns="12531" bIns="12531"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algn="just"/>
            <a:r>
              <a:rPr lang="en-US" sz="1050">
                <a:solidFill>
                  <a:schemeClr val="bg2">
                    <a:lumMod val="75000"/>
                  </a:schemeClr>
                </a:solidFill>
                <a:latin typeface="Poppins" pitchFamily="2" charset="77"/>
                <a:cs typeface="Poppins" pitchFamily="2" charset="77"/>
              </a:rPr>
              <a:t>© 2025 Southern Methodist University | CONFIDENTIAL: This presentation and its contents are proprietary and confidential information belonging to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The materials may contain sensitive information protected by applicable laws and regulations. Unauthorized use, disclosure, or distribution of this document or any of its contents is strictly prohibited. If you are not the intended recipient, please notify the sender immediately and delete this document along with any copies in your possession. Any unauthorized review, use, disclosure, or distribution is prohibited and may result in legal action. While every effort has been made to ensure the accuracy and reliability of the information presented,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makes no representations or warranties of any kind, express or implied, regarding its completeness or suitability. All information is provided "as is" without any warranty. This presentation may contain forward-looking statements regarding future events or performance. These statements involve risks and uncertainties that could cause actual results to differ materially from those expressed or implied. In no event shall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or Southern Methodist University be liable for any direct, indirect, incidental, special, consequential, or punitive damages arising out of or related to the use of this presentation or its contents. For questions regarding this presentation or its contents, please contact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a:t>
            </a:r>
          </a:p>
        </p:txBody>
      </p:sp>
      <p:cxnSp>
        <p:nvCxnSpPr>
          <p:cNvPr id="15" name="Straight Connector 14">
            <a:extLst>
              <a:ext uri="{FF2B5EF4-FFF2-40B4-BE49-F238E27FC236}">
                <a16:creationId xmlns:a16="http://schemas.microsoft.com/office/drawing/2014/main" id="{B8541D7D-14D2-9CC9-5361-3B6109E5ABB9}"/>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pic>
        <p:nvPicPr>
          <p:cNvPr id="3" name="Picture 2">
            <a:extLst>
              <a:ext uri="{FF2B5EF4-FFF2-40B4-BE49-F238E27FC236}">
                <a16:creationId xmlns:a16="http://schemas.microsoft.com/office/drawing/2014/main" id="{4295DB26-4C39-DFFB-3330-0B6E49A56DF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196692" y="6079793"/>
            <a:ext cx="10253532" cy="1414943"/>
          </a:xfrm>
          <a:prstGeom prst="rect">
            <a:avLst/>
          </a:prstGeom>
        </p:spPr>
      </p:pic>
    </p:spTree>
    <p:extLst>
      <p:ext uri="{BB962C8B-B14F-4D97-AF65-F5344CB8AC3E}">
        <p14:creationId xmlns:p14="http://schemas.microsoft.com/office/powerpoint/2010/main" val="2267106217"/>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4.sv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theme" Target="../theme/theme3.xml"/><Relationship Id="rId4"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441451"/>
            <a:ext cx="21971000" cy="825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50800" rIns="50800" bIns="50800">
            <a:normAutofit/>
          </a:bodyPr>
          <a:lstStyle/>
          <a:p>
            <a:r>
              <a:rPr lang="en-US"/>
              <a:t>Slide Title</a:t>
            </a:r>
            <a:endParaRP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50800" rIns="50800" bIns="50800">
            <a:normAutofit/>
          </a:bodyPr>
          <a:lstStyle/>
          <a:p>
            <a:r>
              <a:t>Slide bullet text</a:t>
            </a:r>
            <a:endParaRPr lang="en-US"/>
          </a:p>
          <a:p>
            <a:pPr lvl="1"/>
            <a:endParaRPr/>
          </a:p>
          <a:p>
            <a:pPr lvl="3"/>
            <a:endParaRPr/>
          </a:p>
          <a:p>
            <a:pPr lvl="4"/>
            <a:endParaRPr/>
          </a:p>
        </p:txBody>
      </p:sp>
    </p:spTree>
  </p:cSld>
  <p:clrMap bg1="lt1" tx1="dk1" bg2="lt2" tx2="dk2" accent1="accent1" accent2="accent2" accent3="accent3" accent4="accent4" accent5="accent5" accent6="accent6" hlink="hlink" folHlink="folHlink"/>
  <p:sldLayoutIdLst>
    <p:sldLayoutId id="2147483670" r:id="rId1"/>
  </p:sldLayoutIdLst>
  <p:transition spd="med"/>
  <p:hf hdr="0" ftr="0" dt="0"/>
  <p:txStyles>
    <p:titleStyle>
      <a:lvl1pPr marL="0" marR="0" indent="0" algn="l" defTabSz="2438338" rtl="0" eaLnBrk="1" latinLnBrk="0" hangingPunct="1">
        <a:lnSpc>
          <a:spcPct val="80000"/>
        </a:lnSpc>
        <a:spcBef>
          <a:spcPts val="0"/>
        </a:spcBef>
        <a:spcAft>
          <a:spcPts val="0"/>
        </a:spcAft>
        <a:buClrTx/>
        <a:buSzTx/>
        <a:buFontTx/>
        <a:buNone/>
        <a:tabLst/>
        <a:defRPr sz="7200" b="1" i="0" u="none" strike="noStrike" cap="none" spc="-170" baseline="0">
          <a:solidFill>
            <a:srgbClr val="2B3145"/>
          </a:solidFill>
          <a:uFillTx/>
          <a:latin typeface="Inter" panose="02000503000000020004" pitchFamily="2" charset="0"/>
          <a:ea typeface="Inter" panose="02000503000000020004" pitchFamily="2" charset="0"/>
          <a:cs typeface="Poppins SemiBold" pitchFamily="2" charset="77"/>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Inter" panose="02000503000000020004" pitchFamily="2" charset="0"/>
          <a:ea typeface="Inter" panose="02000503000000020004" pitchFamily="2" charset="0"/>
          <a:cs typeface="Poppins" pitchFamily="2" charset="77"/>
          <a:sym typeface="Helvetica Neue"/>
        </a:defRPr>
      </a:lvl1pPr>
      <a:lvl2pPr marL="12192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2pPr>
      <a:lvl3pPr marL="1219200" marR="0" indent="0" algn="l" defTabSz="2438338" rtl="0" eaLnBrk="1" latinLnBrk="0" hangingPunct="1">
        <a:lnSpc>
          <a:spcPct val="150000"/>
        </a:lnSpc>
        <a:spcBef>
          <a:spcPts val="2000"/>
        </a:spcBef>
        <a:spcAft>
          <a:spcPts val="0"/>
        </a:spcAft>
        <a:buClrTx/>
        <a:buSzPct val="123000"/>
        <a:buFontTx/>
        <a:buNone/>
        <a:tabLst/>
        <a:defRPr sz="2800" b="0" i="0" u="none" strike="noStrike" cap="none" spc="0" baseline="0">
          <a:solidFill>
            <a:srgbClr val="667085"/>
          </a:solidFill>
          <a:uFillTx/>
          <a:latin typeface="Poppins" pitchFamily="2" charset="77"/>
          <a:ea typeface="+mn-ea"/>
          <a:cs typeface="Poppins" pitchFamily="2" charset="77"/>
          <a:sym typeface="Helvetica Neue"/>
        </a:defRPr>
      </a:lvl3pPr>
      <a:lvl4pPr marL="24384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4pPr>
      <a:lvl5pPr marL="30480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	</a:t>
            </a:r>
          </a:p>
        </p:txBody>
      </p:sp>
      <p:pic>
        <p:nvPicPr>
          <p:cNvPr id="8" name="BJ-DarkBlue.png">
            <a:extLst>
              <a:ext uri="{FF2B5EF4-FFF2-40B4-BE49-F238E27FC236}">
                <a16:creationId xmlns:a16="http://schemas.microsoft.com/office/drawing/2014/main" id="{EBC81B96-2AD3-4C7B-42C3-4E85A376957F}"/>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1116561" y="12956158"/>
            <a:ext cx="2328369" cy="320040"/>
          </a:xfrm>
          <a:prstGeom prst="rect">
            <a:avLst/>
          </a:prstGeom>
          <a:ln w="12700">
            <a:miter lim="400000"/>
          </a:ln>
        </p:spPr>
      </p:pic>
      <p:sp>
        <p:nvSpPr>
          <p:cNvPr id="4" name="TextBox 3">
            <a:extLst>
              <a:ext uri="{FF2B5EF4-FFF2-40B4-BE49-F238E27FC236}">
                <a16:creationId xmlns:a16="http://schemas.microsoft.com/office/drawing/2014/main" id="{8623C628-D01E-0CD6-9E10-2D31F5508938}"/>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rgbClr val="D3D3D3"/>
                </a:solidFill>
              </a:rPr>
              <a:t> © 2025 </a:t>
            </a:r>
            <a:r>
              <a:rPr lang="en-US" sz="1200" err="1">
                <a:solidFill>
                  <a:srgbClr val="D3D3D3"/>
                </a:solidFill>
              </a:rPr>
              <a:t>Traders@SMU</a:t>
            </a:r>
            <a:r>
              <a:rPr lang="en-US" sz="1200">
                <a:solidFill>
                  <a:srgbClr val="D3D3D3"/>
                </a:solidFill>
              </a:rPr>
              <a:t> | CONFIDENTIAL</a:t>
            </a:r>
          </a:p>
        </p:txBody>
      </p:sp>
      <p:cxnSp>
        <p:nvCxnSpPr>
          <p:cNvPr id="5" name="Straight Connector 4">
            <a:extLst>
              <a:ext uri="{FF2B5EF4-FFF2-40B4-BE49-F238E27FC236}">
                <a16:creationId xmlns:a16="http://schemas.microsoft.com/office/drawing/2014/main" id="{E72A9C8E-7D47-8715-6846-12FC5D5EC226}"/>
              </a:ext>
            </a:extLst>
          </p:cNvPr>
          <p:cNvCxnSpPr/>
          <p:nvPr userDrawn="1"/>
        </p:nvCxnSpPr>
        <p:spPr>
          <a:xfrm>
            <a:off x="914400" y="12658216"/>
            <a:ext cx="22530530"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10439736"/>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ftr="0" dt="0"/>
  <p:txStyles>
    <p:titleStyle>
      <a:lvl1pPr algn="l" defTabSz="914400" rtl="0" eaLnBrk="1" latinLnBrk="0" hangingPunct="1">
        <a:lnSpc>
          <a:spcPct val="9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BJ-DarkBlue.png">
            <a:extLst>
              <a:ext uri="{FF2B5EF4-FFF2-40B4-BE49-F238E27FC236}">
                <a16:creationId xmlns:a16="http://schemas.microsoft.com/office/drawing/2014/main" id="{AB37DC0E-6461-9329-6B50-14369B1D6666}"/>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21116561" y="12956158"/>
            <a:ext cx="2328369" cy="320040"/>
          </a:xfrm>
          <a:prstGeom prst="rect">
            <a:avLst/>
          </a:prstGeom>
          <a:ln w="12700">
            <a:miter lim="400000"/>
          </a:ln>
        </p:spPr>
      </p:pic>
      <p:sp>
        <p:nvSpPr>
          <p:cNvPr id="9" name="TextBox 8">
            <a:extLst>
              <a:ext uri="{FF2B5EF4-FFF2-40B4-BE49-F238E27FC236}">
                <a16:creationId xmlns:a16="http://schemas.microsoft.com/office/drawing/2014/main" id="{9F195239-E345-BB77-B973-7BB6BDB34EAA}"/>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rgbClr val="D3D3D3"/>
                </a:solidFill>
              </a:rPr>
              <a:t> ©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1484328305"/>
      </p:ext>
    </p:extLst>
  </p:cSld>
  <p:clrMap bg1="lt1" tx1="dk1" bg2="lt2" tx2="dk2" accent1="accent1" accent2="accent2" accent3="accent3" accent4="accent4" accent5="accent5" accent6="accent6" hlink="hlink" folHlink="folHlink"/>
  <p:sldLayoutIdLst>
    <p:sldLayoutId id="2147483700" r:id="rId1"/>
    <p:sldLayoutId id="2147483696" r:id="rId2"/>
    <p:sldLayoutId id="2147483707" r:id="rId3"/>
    <p:sldLayoutId id="2147483709" r:id="rId4"/>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9153514"/>
      </p:ext>
    </p:extLst>
  </p:cSld>
  <p:clrMap bg1="lt1" tx1="dk1" bg2="lt2" tx2="dk2" accent1="accent1" accent2="accent2" accent3="accent3" accent4="accent4" accent5="accent5" accent6="accent6" hlink="hlink" folHlink="folHlink"/>
  <p:sldLayoutIdLst>
    <p:sldLayoutId id="2147483706" r:id="rId1"/>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2.xml"/><Relationship Id="rId7" Type="http://schemas.openxmlformats.org/officeDocument/2006/relationships/image" Target="../media/image8.png"/><Relationship Id="rId2"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tags" Target="../tags/tag4.xml"/><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tags" Target="../tags/tag3.xml"/><Relationship Id="rId16" Type="http://schemas.openxmlformats.org/officeDocument/2006/relationships/image" Target="../media/image22.png"/><Relationship Id="rId1" Type="http://schemas.openxmlformats.org/officeDocument/2006/relationships/tags" Target="../tags/tag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slideLayout" Target="../slideLayouts/slideLayout6.xml"/><Relationship Id="rId9" Type="http://schemas.openxmlformats.org/officeDocument/2006/relationships/image" Target="../media/image15.pn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hyperlink" Target="https://onedrive.live.com/personal/21124c5c80d4aece/_layouts/15/Doc.aspx?sourcedoc=%7B7fb6f4d5-67c3-47f0-8742-50134b108d2a%7D&amp;action=default&amp;redeem=aHR0cHM6Ly8xZHJ2Lm1zL3gvYy8yMTEyNGM1YzgwZDRhZWNlL0VkWDB0bl9EWl9CSGgwSlFFMHNRalNvQlBrb1FGSHIyNzJ3QnMtVXUzTkhSVnc_ZT00OmozazdFUiZhdD05&amp;slrid=566699a1-2009-8000-cd27-a4fbb5ef6cb7&amp;originalPath=aHR0cHM6Ly8xZHJ2Lm1zL3gvYy8yMTEyNGM1YzgwZDRhZWNlL0VkWDB0bl9EWl9CSGgwSlFFMHNRalNvQlBrb1FGSHIyNzJ3QnMtVXUzTkhSVnc_cnRpbWU9V0NsSzQ0S0gzVWc&amp;CID=95adbcab-fe34-4785-a9d4-339ffd9ca553&amp;_SRM=0:G:4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colab.research.google.com/drive/1ohDNtGwoHUhDAOyAqiIxJzOryI01wSvj" TargetMode="Externa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tags" Target="../tags/tag5.xml"/><Relationship Id="rId4" Type="http://schemas.openxmlformats.org/officeDocument/2006/relationships/image" Target="../media/image2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stats.stackexchange.com/questions/481277/is-beta-sometimes-bessel-corrected" TargetMode="External"/><Relationship Id="rId2" Type="http://schemas.openxmlformats.org/officeDocument/2006/relationships/hyperlink" Target="https://www.businessinsider.nl/beta-can-help-you-determine-how-much-your-portfolio-will-swing-when-the-market-moves/" TargetMode="External"/><Relationship Id="rId1" Type="http://schemas.openxmlformats.org/officeDocument/2006/relationships/slideLayout" Target="../slideLayouts/slideLayout2.xml"/><Relationship Id="rId6" Type="http://schemas.openxmlformats.org/officeDocument/2006/relationships/hyperlink" Target="https://www.investopedia.com/ask/answers/061715/what-are-differences-between-delta-hedging-and-beta-hedging.asp" TargetMode="External"/><Relationship Id="rId5" Type="http://schemas.openxmlformats.org/officeDocument/2006/relationships/hyperlink" Target="https://ebookscheaper.com/product/introduction-to-linear-regression-analysis-5th-edition-isbn-13-978-0470542811/?srsltid=AfmBOorXrgRN4jrqGFwkn9jBnnT8W--tLbxz_ffRfKpkFEbmJMezGeDe" TargetMode="External"/><Relationship Id="rId4" Type="http://schemas.openxmlformats.org/officeDocument/2006/relationships/hyperlink" Target="https://scholarworks.sfasu.edu/etds/427/#:~:text=Statistical%20inference%20for%20the%20mean,recommendations%20on%20the%20best%20practic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065272-B427-C3B2-BCA4-56F952DB8AED}"/>
              </a:ext>
            </a:extLst>
          </p:cNvPr>
          <p:cNvSpPr>
            <a:spLocks noGrp="1"/>
          </p:cNvSpPr>
          <p:nvPr>
            <p:ph type="body" sz="quarter" idx="21"/>
          </p:nvPr>
        </p:nvSpPr>
        <p:spPr/>
        <p:txBody>
          <a:bodyPr lIns="0" tIns="45719" rIns="45719" bIns="45719" anchor="t">
            <a:normAutofit lnSpcReduction="10000"/>
          </a:bodyPr>
          <a:lstStyle/>
          <a:p>
            <a:r>
              <a:rPr lang="en-US">
                <a:latin typeface="Poppins Medium"/>
                <a:cs typeface="Poppins Medium"/>
              </a:rPr>
              <a:t>Morgan Eun, Demetrios Lahiri, William Kroeger</a:t>
            </a:r>
          </a:p>
        </p:txBody>
      </p:sp>
      <p:sp>
        <p:nvSpPr>
          <p:cNvPr id="3" name="Title 2">
            <a:extLst>
              <a:ext uri="{FF2B5EF4-FFF2-40B4-BE49-F238E27FC236}">
                <a16:creationId xmlns:a16="http://schemas.microsoft.com/office/drawing/2014/main" id="{B4FDFE16-9A3E-3152-D929-C68158E4998E}"/>
              </a:ext>
            </a:extLst>
          </p:cNvPr>
          <p:cNvSpPr>
            <a:spLocks noGrp="1"/>
          </p:cNvSpPr>
          <p:nvPr>
            <p:ph type="title"/>
          </p:nvPr>
        </p:nvSpPr>
        <p:spPr/>
        <p:txBody>
          <a:bodyPr/>
          <a:lstStyle/>
          <a:p>
            <a:r>
              <a:rPr lang="en-US"/>
              <a:t>Beta of Major AI Tech Stocks </a:t>
            </a:r>
          </a:p>
        </p:txBody>
      </p:sp>
      <p:sp>
        <p:nvSpPr>
          <p:cNvPr id="4" name="Text Placeholder 3">
            <a:extLst>
              <a:ext uri="{FF2B5EF4-FFF2-40B4-BE49-F238E27FC236}">
                <a16:creationId xmlns:a16="http://schemas.microsoft.com/office/drawing/2014/main" id="{BE8DB9D5-247C-DD66-A9E9-DED0842B7033}"/>
              </a:ext>
            </a:extLst>
          </p:cNvPr>
          <p:cNvSpPr>
            <a:spLocks noGrp="1"/>
          </p:cNvSpPr>
          <p:nvPr>
            <p:ph type="body" sz="quarter" idx="1"/>
          </p:nvPr>
        </p:nvSpPr>
        <p:spPr/>
        <p:txBody>
          <a:bodyPr/>
          <a:lstStyle/>
          <a:p>
            <a:r>
              <a:rPr lang="en-US" err="1"/>
              <a:t>Traders@SMU</a:t>
            </a:r>
            <a:endParaRPr lang="en-US"/>
          </a:p>
        </p:txBody>
      </p:sp>
    </p:spTree>
    <p:extLst>
      <p:ext uri="{BB962C8B-B14F-4D97-AF65-F5344CB8AC3E}">
        <p14:creationId xmlns:p14="http://schemas.microsoft.com/office/powerpoint/2010/main" val="148590951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0120-5D7C-AED5-C808-D154FBBB509D}"/>
              </a:ext>
            </a:extLst>
          </p:cNvPr>
          <p:cNvSpPr>
            <a:spLocks noGrp="1"/>
          </p:cNvSpPr>
          <p:nvPr>
            <p:ph type="title"/>
          </p:nvPr>
        </p:nvSpPr>
        <p:spPr>
          <a:xfrm>
            <a:off x="818149" y="1306287"/>
            <a:ext cx="11952646" cy="2286000"/>
          </a:xfrm>
        </p:spPr>
        <p:txBody>
          <a:bodyPr/>
          <a:lstStyle/>
          <a:p>
            <a:r>
              <a:rPr lang="en-US"/>
              <a:t>Agenda</a:t>
            </a:r>
          </a:p>
        </p:txBody>
      </p:sp>
      <p:sp>
        <p:nvSpPr>
          <p:cNvPr id="4" name="Text Placeholder 3">
            <a:extLst>
              <a:ext uri="{FF2B5EF4-FFF2-40B4-BE49-F238E27FC236}">
                <a16:creationId xmlns:a16="http://schemas.microsoft.com/office/drawing/2014/main" id="{DC21E3BA-9ED9-DE5F-1A1D-F51EE48DC6DA}"/>
              </a:ext>
            </a:extLst>
          </p:cNvPr>
          <p:cNvSpPr>
            <a:spLocks noGrp="1"/>
          </p:cNvSpPr>
          <p:nvPr>
            <p:ph type="body" sz="quarter" idx="13"/>
          </p:nvPr>
        </p:nvSpPr>
        <p:spPr>
          <a:xfrm>
            <a:off x="818150" y="849086"/>
            <a:ext cx="11952646" cy="457200"/>
          </a:xfrm>
        </p:spPr>
        <p:txBody>
          <a:bodyPr/>
          <a:lstStyle/>
          <a:p>
            <a:r>
              <a:rPr lang="en-US">
                <a:solidFill>
                  <a:schemeClr val="tx2">
                    <a:lumMod val="75000"/>
                    <a:lumOff val="25000"/>
                  </a:schemeClr>
                </a:solidFill>
              </a:rPr>
              <a:t>BETA OF AI TECH STOCKS</a:t>
            </a:r>
          </a:p>
        </p:txBody>
      </p:sp>
      <p:sp>
        <p:nvSpPr>
          <p:cNvPr id="3" name="Content Placeholder 2">
            <a:extLst>
              <a:ext uri="{FF2B5EF4-FFF2-40B4-BE49-F238E27FC236}">
                <a16:creationId xmlns:a16="http://schemas.microsoft.com/office/drawing/2014/main" id="{67376405-A736-F70F-6BFC-69505CA7DFE0}"/>
              </a:ext>
            </a:extLst>
          </p:cNvPr>
          <p:cNvSpPr>
            <a:spLocks noGrp="1"/>
          </p:cNvSpPr>
          <p:nvPr>
            <p:ph type="body" sz="quarter" idx="15"/>
          </p:nvPr>
        </p:nvSpPr>
        <p:spPr>
          <a:xfrm>
            <a:off x="818148" y="2865475"/>
            <a:ext cx="8944754" cy="8490857"/>
          </a:xfrm>
        </p:spPr>
        <p:txBody>
          <a:bodyPr vert="horz" lIns="91440" tIns="45720" rIns="91440" bIns="45720" rtlCol="0" anchor="t">
            <a:noAutofit/>
          </a:bodyPr>
          <a:lstStyle/>
          <a:p>
            <a:pPr>
              <a:buFont typeface="Wingdings" pitchFamily="2" charset="2"/>
              <a:buChar char="§"/>
            </a:pPr>
            <a:r>
              <a:rPr lang="en-US" sz="3200" dirty="0">
                <a:latin typeface="Inter"/>
                <a:cs typeface="Poppins"/>
              </a:rPr>
              <a:t>Research Hypothesis</a:t>
            </a:r>
          </a:p>
          <a:p>
            <a:pPr>
              <a:buFont typeface="Wingdings" pitchFamily="2" charset="2"/>
              <a:buChar char="§"/>
            </a:pPr>
            <a:r>
              <a:rPr lang="en-US" sz="3200" dirty="0">
                <a:latin typeface="Inter"/>
                <a:cs typeface="Poppins"/>
              </a:rPr>
              <a:t>Overview of Beta</a:t>
            </a:r>
          </a:p>
          <a:p>
            <a:pPr>
              <a:buFont typeface="Wingdings" pitchFamily="2" charset="2"/>
              <a:buChar char="§"/>
            </a:pPr>
            <a:r>
              <a:rPr lang="en-US" sz="3200" dirty="0">
                <a:latin typeface="Inter"/>
                <a:cs typeface="Poppins"/>
              </a:rPr>
              <a:t>Methodology</a:t>
            </a:r>
          </a:p>
          <a:p>
            <a:pPr lvl="1">
              <a:buFont typeface="Wingdings" pitchFamily="2" charset="2"/>
              <a:buChar char="§"/>
            </a:pPr>
            <a:r>
              <a:rPr lang="en-US" sz="3200" dirty="0">
                <a:latin typeface="Inter"/>
                <a:cs typeface="Poppins"/>
              </a:rPr>
              <a:t>Gathering data</a:t>
            </a:r>
          </a:p>
          <a:p>
            <a:pPr lvl="1">
              <a:buFont typeface="Wingdings" pitchFamily="2" charset="2"/>
              <a:buChar char="§"/>
            </a:pPr>
            <a:r>
              <a:rPr lang="en-US" sz="3200" dirty="0">
                <a:latin typeface="Inter"/>
                <a:cs typeface="Poppins"/>
              </a:rPr>
              <a:t>Calculating Beta</a:t>
            </a:r>
          </a:p>
          <a:p>
            <a:pPr lvl="1">
              <a:buFont typeface="Wingdings" pitchFamily="2" charset="2"/>
              <a:buChar char="§"/>
            </a:pPr>
            <a:r>
              <a:rPr lang="en-US" sz="3200" dirty="0">
                <a:latin typeface="Inter"/>
                <a:cs typeface="Poppins"/>
              </a:rPr>
              <a:t>Risk Insights</a:t>
            </a:r>
          </a:p>
          <a:p>
            <a:pPr>
              <a:buFont typeface="Wingdings" pitchFamily="2" charset="2"/>
              <a:buChar char="§"/>
            </a:pPr>
            <a:r>
              <a:rPr lang="en-US" sz="3200" dirty="0">
                <a:latin typeface="Inter"/>
                <a:cs typeface="Poppins"/>
              </a:rPr>
              <a:t>Conclusions</a:t>
            </a:r>
          </a:p>
          <a:p>
            <a:pPr>
              <a:buFont typeface="Wingdings" pitchFamily="2" charset="2"/>
              <a:buChar char="§"/>
            </a:pPr>
            <a:r>
              <a:rPr lang="en-US" sz="3200" dirty="0">
                <a:latin typeface="Inter"/>
                <a:cs typeface="Poppins"/>
              </a:rPr>
              <a:t>Limitations and Challenges</a:t>
            </a:r>
          </a:p>
          <a:p>
            <a:pPr>
              <a:buFont typeface="Wingdings" pitchFamily="2" charset="2"/>
              <a:buChar char="§"/>
            </a:pPr>
            <a:r>
              <a:rPr lang="en-US" sz="3200" dirty="0">
                <a:latin typeface="Inter"/>
                <a:cs typeface="Poppins"/>
              </a:rPr>
              <a:t>References</a:t>
            </a:r>
          </a:p>
          <a:p>
            <a:pPr marL="0" indent="0">
              <a:buNone/>
            </a:pPr>
            <a:endParaRPr lang="en-US" dirty="0"/>
          </a:p>
        </p:txBody>
      </p:sp>
    </p:spTree>
    <p:extLst>
      <p:ext uri="{BB962C8B-B14F-4D97-AF65-F5344CB8AC3E}">
        <p14:creationId xmlns:p14="http://schemas.microsoft.com/office/powerpoint/2010/main" val="150582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0B338F13-5DCA-0166-3223-5CFF2168F41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7794BFE-8F93-4710-8FCC-F1C6F0640BF6}"/>
              </a:ext>
            </a:extLst>
          </p:cNvPr>
          <p:cNvSpPr>
            <a:spLocks noGrp="1"/>
          </p:cNvSpPr>
          <p:nvPr>
            <p:ph type="body" sz="quarter" idx="21"/>
          </p:nvPr>
        </p:nvSpPr>
        <p:spPr>
          <a:xfrm>
            <a:off x="1738132" y="3402771"/>
            <a:ext cx="21356988" cy="636979"/>
          </a:xfrm>
        </p:spPr>
        <p:txBody>
          <a:bodyPr lIns="0" tIns="45719" rIns="45719" bIns="45719" anchor="t">
            <a:normAutofit lnSpcReduction="10000"/>
          </a:bodyPr>
          <a:lstStyle/>
          <a:p>
            <a:r>
              <a:rPr lang="en-US"/>
              <a:t>Research Hypothesis:</a:t>
            </a:r>
          </a:p>
        </p:txBody>
      </p:sp>
      <p:sp>
        <p:nvSpPr>
          <p:cNvPr id="3" name="Title 2">
            <a:extLst>
              <a:ext uri="{FF2B5EF4-FFF2-40B4-BE49-F238E27FC236}">
                <a16:creationId xmlns:a16="http://schemas.microsoft.com/office/drawing/2014/main" id="{BE314DDB-AFD9-8A0D-81BE-7C71EBD4906B}"/>
              </a:ext>
            </a:extLst>
          </p:cNvPr>
          <p:cNvSpPr>
            <a:spLocks noGrp="1"/>
          </p:cNvSpPr>
          <p:nvPr>
            <p:ph type="title"/>
          </p:nvPr>
        </p:nvSpPr>
        <p:spPr>
          <a:xfrm>
            <a:off x="1738132" y="5611545"/>
            <a:ext cx="18959872" cy="4701684"/>
          </a:xfrm>
        </p:spPr>
        <p:txBody>
          <a:bodyPr>
            <a:normAutofit fontScale="90000"/>
          </a:bodyPr>
          <a:lstStyle/>
          <a:p>
            <a:r>
              <a:rPr lang="en-US" dirty="0">
                <a:solidFill>
                  <a:schemeClr val="bg1"/>
                </a:solidFill>
              </a:rPr>
              <a:t>Because of their historic risk, we believe that the volatility of AI tech stocks will make them optimal for short-term investment</a:t>
            </a:r>
          </a:p>
        </p:txBody>
      </p:sp>
    </p:spTree>
    <p:extLst>
      <p:ext uri="{BB962C8B-B14F-4D97-AF65-F5344CB8AC3E}">
        <p14:creationId xmlns:p14="http://schemas.microsoft.com/office/powerpoint/2010/main" val="270920566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F763-222D-88EA-DEBE-EB16FD645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ACCA3-3722-5D8F-7AE3-C48919ED6D9F}"/>
              </a:ext>
            </a:extLst>
          </p:cNvPr>
          <p:cNvSpPr>
            <a:spLocks noGrp="1"/>
          </p:cNvSpPr>
          <p:nvPr>
            <p:ph type="title"/>
          </p:nvPr>
        </p:nvSpPr>
        <p:spPr>
          <a:xfrm>
            <a:off x="933475" y="774567"/>
            <a:ext cx="23240750" cy="1176528"/>
          </a:xfrm>
        </p:spPr>
        <p:txBody>
          <a:bodyPr>
            <a:normAutofit/>
          </a:bodyPr>
          <a:lstStyle/>
          <a:p>
            <a:r>
              <a:rPr lang="en-US" sz="6000" dirty="0">
                <a:latin typeface="Inter"/>
                <a:cs typeface="Poppins"/>
              </a:rPr>
              <a:t>BETA – A Measurement of Risk</a:t>
            </a:r>
          </a:p>
        </p:txBody>
      </p:sp>
      <p:sp>
        <p:nvSpPr>
          <p:cNvPr id="4" name="Text Placeholder 3">
            <a:extLst>
              <a:ext uri="{FF2B5EF4-FFF2-40B4-BE49-F238E27FC236}">
                <a16:creationId xmlns:a16="http://schemas.microsoft.com/office/drawing/2014/main" id="{2004611E-8D45-109D-A9C3-5869DF262823}"/>
              </a:ext>
            </a:extLst>
          </p:cNvPr>
          <p:cNvSpPr>
            <a:spLocks noGrp="1"/>
          </p:cNvSpPr>
          <p:nvPr>
            <p:ph type="body" sz="quarter" idx="13"/>
          </p:nvPr>
        </p:nvSpPr>
        <p:spPr>
          <a:xfrm>
            <a:off x="933475" y="196445"/>
            <a:ext cx="6729267" cy="847344"/>
          </a:xfrm>
        </p:spPr>
        <p:txBody>
          <a:bodyPr/>
          <a:lstStyle/>
          <a:p>
            <a:r>
              <a:rPr lang="en-US"/>
              <a:t>BETA OF AI TECH STOCKS</a:t>
            </a:r>
          </a:p>
        </p:txBody>
      </p:sp>
      <p:sp>
        <p:nvSpPr>
          <p:cNvPr id="28" name="Rectangle 27">
            <a:extLst>
              <a:ext uri="{FF2B5EF4-FFF2-40B4-BE49-F238E27FC236}">
                <a16:creationId xmlns:a16="http://schemas.microsoft.com/office/drawing/2014/main" id="{A131BDC0-0BC9-DA0F-A9C2-EE25DCB6DB06}"/>
              </a:ext>
            </a:extLst>
          </p:cNvPr>
          <p:cNvSpPr/>
          <p:nvPr/>
        </p:nvSpPr>
        <p:spPr>
          <a:xfrm>
            <a:off x="887132" y="7254611"/>
            <a:ext cx="11133533" cy="531157"/>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Key Components</a:t>
            </a:r>
          </a:p>
        </p:txBody>
      </p:sp>
      <p:sp>
        <p:nvSpPr>
          <p:cNvPr id="29" name="Rectangle 28">
            <a:extLst>
              <a:ext uri="{FF2B5EF4-FFF2-40B4-BE49-F238E27FC236}">
                <a16:creationId xmlns:a16="http://schemas.microsoft.com/office/drawing/2014/main" id="{44C8C739-4E76-1991-2E81-99225DE383A6}"/>
              </a:ext>
            </a:extLst>
          </p:cNvPr>
          <p:cNvSpPr/>
          <p:nvPr/>
        </p:nvSpPr>
        <p:spPr>
          <a:xfrm>
            <a:off x="933475" y="1867307"/>
            <a:ext cx="11133533"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Basic Equation</a:t>
            </a:r>
          </a:p>
        </p:txBody>
      </p:sp>
      <p:sp>
        <p:nvSpPr>
          <p:cNvPr id="13" name="Rectangle 12">
            <a:extLst>
              <a:ext uri="{FF2B5EF4-FFF2-40B4-BE49-F238E27FC236}">
                <a16:creationId xmlns:a16="http://schemas.microsoft.com/office/drawing/2014/main" id="{3691D895-E839-E373-869C-94124DA67FA0}"/>
              </a:ext>
            </a:extLst>
          </p:cNvPr>
          <p:cNvSpPr/>
          <p:nvPr/>
        </p:nvSpPr>
        <p:spPr>
          <a:xfrm>
            <a:off x="12501427" y="1867307"/>
            <a:ext cx="11133533"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000">
                <a:latin typeface="Inter" panose="02000503000000020004"/>
              </a:rPr>
              <a:t>Fundamental Concepts</a:t>
            </a:r>
          </a:p>
        </p:txBody>
      </p:sp>
      <p:graphicFrame>
        <p:nvGraphicFramePr>
          <p:cNvPr id="43" name="Table 42">
            <a:extLst>
              <a:ext uri="{FF2B5EF4-FFF2-40B4-BE49-F238E27FC236}">
                <a16:creationId xmlns:a16="http://schemas.microsoft.com/office/drawing/2014/main" id="{B9510C78-EC26-EC73-1C3F-C420B4D496D0}"/>
              </a:ext>
            </a:extLst>
          </p:cNvPr>
          <p:cNvGraphicFramePr>
            <a:graphicFrameLocks noGrp="1"/>
          </p:cNvGraphicFramePr>
          <p:nvPr>
            <p:custDataLst>
              <p:tags r:id="rId1"/>
            </p:custDataLst>
            <p:extLst>
              <p:ext uri="{D42A27DB-BD31-4B8C-83A1-F6EECF244321}">
                <p14:modId xmlns:p14="http://schemas.microsoft.com/office/powerpoint/2010/main" val="1521803478"/>
              </p:ext>
            </p:extLst>
          </p:nvPr>
        </p:nvGraphicFramePr>
        <p:xfrm>
          <a:off x="887132" y="7785767"/>
          <a:ext cx="11136820" cy="4846692"/>
        </p:xfrm>
        <a:graphic>
          <a:graphicData uri="http://schemas.openxmlformats.org/drawingml/2006/table">
            <a:tbl>
              <a:tblPr/>
              <a:tblGrid>
                <a:gridCol w="10737633">
                  <a:extLst>
                    <a:ext uri="{9D8B030D-6E8A-4147-A177-3AD203B41FA5}">
                      <a16:colId xmlns:a16="http://schemas.microsoft.com/office/drawing/2014/main" val="296525212"/>
                    </a:ext>
                  </a:extLst>
                </a:gridCol>
                <a:gridCol w="399187">
                  <a:extLst>
                    <a:ext uri="{9D8B030D-6E8A-4147-A177-3AD203B41FA5}">
                      <a16:colId xmlns:a16="http://schemas.microsoft.com/office/drawing/2014/main" val="386091632"/>
                    </a:ext>
                  </a:extLst>
                </a:gridCol>
              </a:tblGrid>
              <a:tr h="590814">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l-GR" sz="2500"/>
                        <a:t>β =</a:t>
                      </a:r>
                      <a:r>
                        <a:rPr lang="en-US" sz="2500"/>
                        <a:t> Beta coefficient</a:t>
                      </a:r>
                      <a:endParaRPr lang="en-US" sz="2500" b="1"/>
                    </a:p>
                  </a:txBody>
                  <a:tcPr marL="182880" marR="182880" marT="91440" marB="91440" anchor="ctr">
                    <a:lnL w="12700" cmpd="sng">
                      <a:noFill/>
                    </a:lnL>
                    <a:lnR w="12700" cmpd="sng">
                      <a:noFill/>
                    </a:lnR>
                    <a:lnT w="38100" cmpd="sng">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endParaRPr lang="en-US" sz="3000" b="0"/>
                    </a:p>
                  </a:txBody>
                  <a:tcPr marL="182880" marR="182880" marT="91440" marB="91440" anchor="ctr">
                    <a:lnL w="12700" cmpd="sng">
                      <a:noFill/>
                    </a:lnL>
                    <a:lnR w="12700" cmpd="sng">
                      <a:noFill/>
                    </a:lnR>
                    <a:lnT w="38100" cmpd="sng">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91466926"/>
                  </a:ext>
                </a:extLst>
              </a:tr>
              <a:tr h="590814">
                <a:tc>
                  <a:txBody>
                    <a:bodyPr/>
                    <a:lstStyle/>
                    <a:p>
                      <a:r>
                        <a:rPr lang="en-US" sz="2500" b="0" dirty="0"/>
                        <a:t>Sample Size = Number of trading days</a:t>
                      </a: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lang="en-US" sz="3000" b="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6563157"/>
                  </a:ext>
                </a:extLst>
              </a:tr>
              <a:tr h="98130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2500" dirty="0"/>
                        <a:t>R</a:t>
                      </a:r>
                      <a:r>
                        <a:rPr lang="en-US" sz="2500" baseline="-25000" dirty="0"/>
                        <a:t>ABC</a:t>
                      </a:r>
                      <a:r>
                        <a:rPr lang="en-US" sz="2500" baseline="0" dirty="0"/>
                        <a:t>/A</a:t>
                      </a:r>
                      <a:r>
                        <a:rPr lang="en-US" sz="2500" baseline="-25000" dirty="0"/>
                        <a:t>ABC</a:t>
                      </a:r>
                      <a:r>
                        <a:rPr lang="el-GR" sz="2500" dirty="0"/>
                        <a:t> = </a:t>
                      </a:r>
                      <a:r>
                        <a:rPr lang="en-US" sz="2500" dirty="0"/>
                        <a:t>Return on an individual stock/Average return on individual stock</a:t>
                      </a:r>
                      <a:endParaRPr lang="en-US" sz="2500" b="1" dirty="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endParaRPr lang="en-US" sz="3000" b="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84865208"/>
                  </a:ext>
                </a:extLst>
              </a:tr>
              <a:tr h="590814">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500" dirty="0"/>
                        <a:t>R</a:t>
                      </a:r>
                      <a:r>
                        <a:rPr lang="en-US" sz="2500" baseline="-25000" dirty="0"/>
                        <a:t>XYZ</a:t>
                      </a:r>
                      <a:r>
                        <a:rPr lang="en-US" sz="2500" baseline="0" dirty="0"/>
                        <a:t>/A</a:t>
                      </a:r>
                      <a:r>
                        <a:rPr lang="en-US" sz="2500" baseline="-25000" dirty="0"/>
                        <a:t>XYZ</a:t>
                      </a:r>
                      <a:r>
                        <a:rPr lang="el-GR" sz="2500" dirty="0"/>
                        <a:t> = </a:t>
                      </a:r>
                      <a:r>
                        <a:rPr lang="en-US" sz="2500" dirty="0"/>
                        <a:t>Return on overall market/Average return on overall market (Nasdaq100)</a:t>
                      </a:r>
                      <a:endParaRPr lang="en-US" sz="2500" b="1" dirty="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endParaRPr lang="en-US" sz="3000" b="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26822947"/>
                  </a:ext>
                </a:extLst>
              </a:tr>
              <a:tr h="962812">
                <a:tc>
                  <a:txBody>
                    <a:bodyPr/>
                    <a:lstStyle/>
                    <a:p>
                      <a:pPr lvl="0">
                        <a:buNone/>
                      </a:pPr>
                      <a:r>
                        <a:rPr lang="en-US" sz="2500" baseline="0" dirty="0"/>
                        <a:t>Covariance</a:t>
                      </a:r>
                      <a:r>
                        <a:rPr lang="en-US" sz="2500" baseline="-25000" dirty="0"/>
                        <a:t> </a:t>
                      </a:r>
                      <a:r>
                        <a:rPr lang="en-US" sz="2500" dirty="0"/>
                        <a:t>= relationship between changes in stock and market returns looks at how the two variables are intertwined</a:t>
                      </a: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lvl="0" algn="r">
                        <a:buNone/>
                      </a:pPr>
                      <a:endParaRPr lang="en-US" sz="3000" b="0"/>
                    </a:p>
                  </a:txBody>
                  <a:tcPr marL="182880" marR="182880" marT="91440" marB="91440" anchor="ctr">
                    <a:lnL w="0">
                      <a:noFill/>
                    </a:lnL>
                    <a:lnR w="0">
                      <a:noFill/>
                    </a:lnR>
                    <a:lnT w="6350">
                      <a:solidFill>
                        <a:srgbClr val="000000"/>
                      </a:solidFill>
                    </a:lnT>
                    <a:lnB w="6350" cap="flat" cmpd="sng" algn="ctr">
                      <a:solidFill>
                        <a:srgbClr val="000000"/>
                      </a:solidFill>
                      <a:prstDash val="solid"/>
                      <a:round/>
                      <a:headEnd type="none" w="med" len="med"/>
                      <a:tailEnd type="none" w="med" len="med"/>
                    </a:lnB>
                    <a:lnTlToBr w="0">
                      <a:noFill/>
                    </a:lnTlToBr>
                    <a:lnBlToTr w="0">
                      <a:noFill/>
                    </a:lnBlToTr>
                    <a:solidFill>
                      <a:srgbClr val="FFFFFF"/>
                    </a:solidFill>
                  </a:tcPr>
                </a:tc>
                <a:extLst>
                  <a:ext uri="{0D108BD9-81ED-4DB2-BD59-A6C34878D82A}">
                    <a16:rowId xmlns:a16="http://schemas.microsoft.com/office/drawing/2014/main" val="2875636230"/>
                  </a:ext>
                </a:extLst>
              </a:tr>
              <a:tr h="677533">
                <a:tc>
                  <a:txBody>
                    <a:bodyPr/>
                    <a:lstStyle/>
                    <a:p>
                      <a:pPr lvl="0">
                        <a:buNone/>
                      </a:pPr>
                      <a:r>
                        <a:rPr lang="en-US" sz="2500" dirty="0"/>
                        <a:t>Variance = distance of spread of market’s data points on average</a:t>
                      </a: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lvl="0" algn="r">
                        <a:buNone/>
                      </a:pPr>
                      <a:endParaRPr lang="en-US" sz="3000" b="0" dirty="0"/>
                    </a:p>
                  </a:txBody>
                  <a:tcPr marL="182880" marR="182880" marT="91440" marB="91440" anchor="ctr">
                    <a:lnL w="0">
                      <a:noFill/>
                    </a:lnL>
                    <a:lnR w="0">
                      <a:noFill/>
                    </a:lnR>
                    <a:lnT w="6350">
                      <a:solidFill>
                        <a:srgbClr val="000000"/>
                      </a:solidFill>
                    </a:lnT>
                    <a:lnB w="6350">
                      <a:solidFill>
                        <a:srgbClr val="000000"/>
                      </a:solidFill>
                    </a:lnB>
                    <a:lnTlToBr w="0">
                      <a:noFill/>
                    </a:lnTlToBr>
                    <a:lnBlToTr w="0">
                      <a:noFill/>
                    </a:lnBlToTr>
                    <a:solidFill>
                      <a:srgbClr val="FFFFFF"/>
                    </a:solidFill>
                  </a:tcPr>
                </a:tc>
                <a:extLst>
                  <a:ext uri="{0D108BD9-81ED-4DB2-BD59-A6C34878D82A}">
                    <a16:rowId xmlns:a16="http://schemas.microsoft.com/office/drawing/2014/main" val="2010068010"/>
                  </a:ext>
                </a:extLst>
              </a:tr>
            </a:tbl>
          </a:graphicData>
        </a:graphic>
      </p:graphicFrame>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093B0724-B00F-69BA-98E9-E5E95D173B9F}"/>
                  </a:ext>
                </a:extLst>
              </p14:cNvPr>
              <p14:cNvContentPartPr/>
              <p14:nvPr/>
            </p14:nvContentPartPr>
            <p14:xfrm>
              <a:off x="23116410" y="598979"/>
              <a:ext cx="19694" cy="19694"/>
            </p14:xfrm>
          </p:contentPart>
        </mc:Choice>
        <mc:Fallback xmlns="">
          <p:pic>
            <p:nvPicPr>
              <p:cNvPr id="6" name="Ink 5">
                <a:extLst>
                  <a:ext uri="{FF2B5EF4-FFF2-40B4-BE49-F238E27FC236}">
                    <a16:creationId xmlns:a16="http://schemas.microsoft.com/office/drawing/2014/main" id="{093B0724-B00F-69BA-98E9-E5E95D173B9F}"/>
                  </a:ext>
                </a:extLst>
              </p:cNvPr>
              <p:cNvPicPr/>
              <p:nvPr/>
            </p:nvPicPr>
            <p:blipFill>
              <a:blip r:embed="rId5"/>
              <a:stretch>
                <a:fillRect/>
              </a:stretch>
            </p:blipFill>
            <p:spPr>
              <a:xfrm>
                <a:off x="22131710" y="-385721"/>
                <a:ext cx="1969400" cy="1969400"/>
              </a:xfrm>
              <a:prstGeom prst="rect">
                <a:avLst/>
              </a:prstGeom>
            </p:spPr>
          </p:pic>
        </mc:Fallback>
      </mc:AlternateContent>
      <p:pic>
        <p:nvPicPr>
          <p:cNvPr id="12" name="Picture 11">
            <a:extLst>
              <a:ext uri="{FF2B5EF4-FFF2-40B4-BE49-F238E27FC236}">
                <a16:creationId xmlns:a16="http://schemas.microsoft.com/office/drawing/2014/main" id="{5A20B5AA-F32C-5B88-C30E-84B5624C98F9}"/>
              </a:ext>
            </a:extLst>
          </p:cNvPr>
          <p:cNvPicPr>
            <a:picLocks noChangeAspect="1"/>
          </p:cNvPicPr>
          <p:nvPr/>
        </p:nvPicPr>
        <p:blipFill>
          <a:blip r:embed="rId6">
            <a:extLst>
              <a:ext uri="{28A0092B-C50C-407E-A947-70E740481C1C}">
                <a14:useLocalDpi xmlns:a14="http://schemas.microsoft.com/office/drawing/2010/main" val="0"/>
              </a:ext>
            </a:extLst>
          </a:blip>
          <a:srcRect l="15034" t="17729" r="25988" b="63510"/>
          <a:stretch/>
        </p:blipFill>
        <p:spPr>
          <a:xfrm>
            <a:off x="2734310" y="2815319"/>
            <a:ext cx="7348154" cy="1534478"/>
          </a:xfrm>
          <a:prstGeom prst="rect">
            <a:avLst/>
          </a:prstGeom>
        </p:spPr>
      </p:pic>
      <p:grpSp>
        <p:nvGrpSpPr>
          <p:cNvPr id="71" name="Group 70">
            <a:extLst>
              <a:ext uri="{FF2B5EF4-FFF2-40B4-BE49-F238E27FC236}">
                <a16:creationId xmlns:a16="http://schemas.microsoft.com/office/drawing/2014/main" id="{49EA38E4-EFF4-A6EF-42CB-74DA95D4F8B9}"/>
              </a:ext>
            </a:extLst>
          </p:cNvPr>
          <p:cNvGrpSpPr/>
          <p:nvPr/>
        </p:nvGrpSpPr>
        <p:grpSpPr>
          <a:xfrm>
            <a:off x="12512748" y="10230136"/>
            <a:ext cx="10984120" cy="2440511"/>
            <a:chOff x="980868" y="6985680"/>
            <a:chExt cx="11145019" cy="2837082"/>
          </a:xfrm>
        </p:grpSpPr>
        <p:sp>
          <p:nvSpPr>
            <p:cNvPr id="72" name="Rectangle 71">
              <a:extLst>
                <a:ext uri="{FF2B5EF4-FFF2-40B4-BE49-F238E27FC236}">
                  <a16:creationId xmlns:a16="http://schemas.microsoft.com/office/drawing/2014/main" id="{EE74D410-C511-66C5-7533-76E02ABF8580}"/>
                </a:ext>
              </a:extLst>
            </p:cNvPr>
            <p:cNvSpPr/>
            <p:nvPr/>
          </p:nvSpPr>
          <p:spPr>
            <a:xfrm>
              <a:off x="992355" y="6985680"/>
              <a:ext cx="11133532" cy="2836139"/>
            </a:xfrm>
            <a:prstGeom prst="rect">
              <a:avLst/>
            </a:prstGeom>
            <a:noFill/>
            <a:ln w="12700" cap="flat" cmpd="sng" algn="ctr">
              <a:solidFill>
                <a:srgbClr val="000000"/>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defTabSz="182880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Inter" panose="02000503000000020004"/>
              </a:endParaRPr>
            </a:p>
          </p:txBody>
        </p:sp>
        <p:sp>
          <p:nvSpPr>
            <p:cNvPr id="73" name="Rectangle 72">
              <a:extLst>
                <a:ext uri="{FF2B5EF4-FFF2-40B4-BE49-F238E27FC236}">
                  <a16:creationId xmlns:a16="http://schemas.microsoft.com/office/drawing/2014/main" id="{B858BD77-213C-6EAE-6F87-F77B6E977A9F}"/>
                </a:ext>
              </a:extLst>
            </p:cNvPr>
            <p:cNvSpPr/>
            <p:nvPr/>
          </p:nvSpPr>
          <p:spPr>
            <a:xfrm>
              <a:off x="980868" y="6994133"/>
              <a:ext cx="11125691" cy="2828629"/>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9pPr>
            </a:lstStyle>
            <a:p>
              <a:pPr defTabSz="1828800"/>
              <a:endParaRPr lang="en-US" sz="3000">
                <a:solidFill>
                  <a:srgbClr val="0E0E0E"/>
                </a:solidFill>
                <a:latin typeface="Inter" panose="02000503000000020004"/>
              </a:endParaRPr>
            </a:p>
            <a:p>
              <a:pPr defTabSz="1828800"/>
              <a:endParaRPr lang="en-US" sz="3000">
                <a:solidFill>
                  <a:srgbClr val="0E0E0E"/>
                </a:solidFill>
                <a:latin typeface="Inter" panose="02000503000000020004"/>
              </a:endParaRPr>
            </a:p>
            <a:p>
              <a:pPr defTabSz="1828800"/>
              <a:endParaRPr lang="en-US" sz="3000">
                <a:solidFill>
                  <a:srgbClr val="0E0E0E"/>
                </a:solidFill>
                <a:latin typeface="Inter" panose="02000503000000020004"/>
              </a:endParaRPr>
            </a:p>
          </p:txBody>
        </p:sp>
      </p:grpSp>
      <p:grpSp>
        <p:nvGrpSpPr>
          <p:cNvPr id="77" name="Group 76">
            <a:extLst>
              <a:ext uri="{FF2B5EF4-FFF2-40B4-BE49-F238E27FC236}">
                <a16:creationId xmlns:a16="http://schemas.microsoft.com/office/drawing/2014/main" id="{FF840B70-B7A4-C963-5CD4-E0CFC0696D2F}"/>
              </a:ext>
            </a:extLst>
          </p:cNvPr>
          <p:cNvGrpSpPr/>
          <p:nvPr/>
        </p:nvGrpSpPr>
        <p:grpSpPr>
          <a:xfrm>
            <a:off x="12520476" y="7646451"/>
            <a:ext cx="10984120" cy="2440511"/>
            <a:chOff x="980868" y="6985680"/>
            <a:chExt cx="11145019" cy="2837082"/>
          </a:xfrm>
        </p:grpSpPr>
        <p:sp>
          <p:nvSpPr>
            <p:cNvPr id="78" name="Rectangle 77">
              <a:extLst>
                <a:ext uri="{FF2B5EF4-FFF2-40B4-BE49-F238E27FC236}">
                  <a16:creationId xmlns:a16="http://schemas.microsoft.com/office/drawing/2014/main" id="{999BA84E-2557-81F9-715B-27F22EF7A78F}"/>
                </a:ext>
              </a:extLst>
            </p:cNvPr>
            <p:cNvSpPr/>
            <p:nvPr/>
          </p:nvSpPr>
          <p:spPr>
            <a:xfrm>
              <a:off x="992355" y="6985680"/>
              <a:ext cx="11133532" cy="2836139"/>
            </a:xfrm>
            <a:prstGeom prst="rect">
              <a:avLst/>
            </a:prstGeom>
            <a:noFill/>
            <a:ln w="12700" cap="flat" cmpd="sng" algn="ctr">
              <a:solidFill>
                <a:srgbClr val="000000"/>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defTabSz="182880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Inter" panose="02000503000000020004"/>
              </a:endParaRPr>
            </a:p>
          </p:txBody>
        </p:sp>
        <p:sp>
          <p:nvSpPr>
            <p:cNvPr id="79" name="Rectangle 78">
              <a:extLst>
                <a:ext uri="{FF2B5EF4-FFF2-40B4-BE49-F238E27FC236}">
                  <a16:creationId xmlns:a16="http://schemas.microsoft.com/office/drawing/2014/main" id="{BE6E9EE3-2FA9-D81B-395E-5D63EF265FB4}"/>
                </a:ext>
              </a:extLst>
            </p:cNvPr>
            <p:cNvSpPr/>
            <p:nvPr/>
          </p:nvSpPr>
          <p:spPr>
            <a:xfrm>
              <a:off x="980868" y="6994133"/>
              <a:ext cx="11125691" cy="2828629"/>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9pPr>
            </a:lstStyle>
            <a:p>
              <a:pPr defTabSz="1828800"/>
              <a:endParaRPr lang="en-US" sz="3000">
                <a:solidFill>
                  <a:srgbClr val="0E0E0E"/>
                </a:solidFill>
                <a:latin typeface="Inter" panose="02000503000000020004"/>
              </a:endParaRPr>
            </a:p>
            <a:p>
              <a:pPr defTabSz="1828800"/>
              <a:endParaRPr lang="en-US" sz="3000">
                <a:solidFill>
                  <a:srgbClr val="0E0E0E"/>
                </a:solidFill>
                <a:latin typeface="Inter" panose="02000503000000020004"/>
              </a:endParaRPr>
            </a:p>
            <a:p>
              <a:pPr defTabSz="1828800"/>
              <a:endParaRPr lang="en-US" sz="3000">
                <a:solidFill>
                  <a:srgbClr val="0E0E0E"/>
                </a:solidFill>
                <a:latin typeface="Inter" panose="02000503000000020004"/>
              </a:endParaRPr>
            </a:p>
          </p:txBody>
        </p:sp>
      </p:grpSp>
      <p:grpSp>
        <p:nvGrpSpPr>
          <p:cNvPr id="83" name="Group 82">
            <a:extLst>
              <a:ext uri="{FF2B5EF4-FFF2-40B4-BE49-F238E27FC236}">
                <a16:creationId xmlns:a16="http://schemas.microsoft.com/office/drawing/2014/main" id="{942BFD7F-1F9B-5754-3F62-11BE9B79CE39}"/>
              </a:ext>
            </a:extLst>
          </p:cNvPr>
          <p:cNvGrpSpPr/>
          <p:nvPr/>
        </p:nvGrpSpPr>
        <p:grpSpPr>
          <a:xfrm>
            <a:off x="12501427" y="5098820"/>
            <a:ext cx="10984120" cy="2440511"/>
            <a:chOff x="980868" y="6985680"/>
            <a:chExt cx="11145019" cy="2837082"/>
          </a:xfrm>
        </p:grpSpPr>
        <p:sp>
          <p:nvSpPr>
            <p:cNvPr id="84" name="Rectangle 83">
              <a:extLst>
                <a:ext uri="{FF2B5EF4-FFF2-40B4-BE49-F238E27FC236}">
                  <a16:creationId xmlns:a16="http://schemas.microsoft.com/office/drawing/2014/main" id="{B917A5A7-6FEE-23C1-928D-45C96DD4C9E1}"/>
                </a:ext>
              </a:extLst>
            </p:cNvPr>
            <p:cNvSpPr/>
            <p:nvPr/>
          </p:nvSpPr>
          <p:spPr>
            <a:xfrm>
              <a:off x="992355" y="6985680"/>
              <a:ext cx="11133532" cy="2836139"/>
            </a:xfrm>
            <a:prstGeom prst="rect">
              <a:avLst/>
            </a:prstGeom>
            <a:noFill/>
            <a:ln w="12700" cap="flat" cmpd="sng" algn="ctr">
              <a:solidFill>
                <a:srgbClr val="000000"/>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defTabSz="182880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Inter" panose="02000503000000020004"/>
              </a:endParaRPr>
            </a:p>
          </p:txBody>
        </p:sp>
        <p:sp>
          <p:nvSpPr>
            <p:cNvPr id="85" name="Rectangle 84">
              <a:extLst>
                <a:ext uri="{FF2B5EF4-FFF2-40B4-BE49-F238E27FC236}">
                  <a16:creationId xmlns:a16="http://schemas.microsoft.com/office/drawing/2014/main" id="{D85168FC-0AB8-53DC-8DDA-5547E403B29A}"/>
                </a:ext>
              </a:extLst>
            </p:cNvPr>
            <p:cNvSpPr/>
            <p:nvPr/>
          </p:nvSpPr>
          <p:spPr>
            <a:xfrm>
              <a:off x="980868" y="6994133"/>
              <a:ext cx="11125691" cy="2828629"/>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9pPr>
            </a:lstStyle>
            <a:p>
              <a:pPr defTabSz="1828800"/>
              <a:endParaRPr lang="en-US" sz="3000">
                <a:solidFill>
                  <a:srgbClr val="0E0E0E"/>
                </a:solidFill>
                <a:latin typeface="Inter" panose="02000503000000020004"/>
              </a:endParaRPr>
            </a:p>
            <a:p>
              <a:pPr defTabSz="1828800"/>
              <a:endParaRPr lang="en-US" sz="3000">
                <a:solidFill>
                  <a:srgbClr val="0E0E0E"/>
                </a:solidFill>
                <a:latin typeface="Inter" panose="02000503000000020004"/>
              </a:endParaRPr>
            </a:p>
            <a:p>
              <a:pPr defTabSz="1828800"/>
              <a:endParaRPr lang="en-US" sz="3000">
                <a:solidFill>
                  <a:srgbClr val="0E0E0E"/>
                </a:solidFill>
                <a:latin typeface="Inter" panose="02000503000000020004"/>
              </a:endParaRPr>
            </a:p>
          </p:txBody>
        </p:sp>
      </p:grpSp>
      <p:grpSp>
        <p:nvGrpSpPr>
          <p:cNvPr id="89" name="Group 88">
            <a:extLst>
              <a:ext uri="{FF2B5EF4-FFF2-40B4-BE49-F238E27FC236}">
                <a16:creationId xmlns:a16="http://schemas.microsoft.com/office/drawing/2014/main" id="{960812AA-DEB3-810F-F490-E5340A013F3C}"/>
              </a:ext>
            </a:extLst>
          </p:cNvPr>
          <p:cNvGrpSpPr/>
          <p:nvPr/>
        </p:nvGrpSpPr>
        <p:grpSpPr>
          <a:xfrm>
            <a:off x="12501427" y="2533650"/>
            <a:ext cx="10984120" cy="2440511"/>
            <a:chOff x="980868" y="6985680"/>
            <a:chExt cx="11145019" cy="2837082"/>
          </a:xfrm>
        </p:grpSpPr>
        <p:sp>
          <p:nvSpPr>
            <p:cNvPr id="90" name="Rectangle 89">
              <a:extLst>
                <a:ext uri="{FF2B5EF4-FFF2-40B4-BE49-F238E27FC236}">
                  <a16:creationId xmlns:a16="http://schemas.microsoft.com/office/drawing/2014/main" id="{A22C472C-5C8D-695C-F614-018429651C5B}"/>
                </a:ext>
              </a:extLst>
            </p:cNvPr>
            <p:cNvSpPr/>
            <p:nvPr/>
          </p:nvSpPr>
          <p:spPr>
            <a:xfrm>
              <a:off x="992355" y="6985680"/>
              <a:ext cx="11133532" cy="2836139"/>
            </a:xfrm>
            <a:prstGeom prst="rect">
              <a:avLst/>
            </a:prstGeom>
            <a:noFill/>
            <a:ln w="12700" cap="flat" cmpd="sng" algn="ctr">
              <a:solidFill>
                <a:srgbClr val="000000"/>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marL="0" marR="0" lvl="0" indent="0" defTabSz="182880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Inter" panose="02000503000000020004"/>
              </a:endParaRPr>
            </a:p>
          </p:txBody>
        </p:sp>
        <p:sp>
          <p:nvSpPr>
            <p:cNvPr id="91" name="Rectangle 90">
              <a:extLst>
                <a:ext uri="{FF2B5EF4-FFF2-40B4-BE49-F238E27FC236}">
                  <a16:creationId xmlns:a16="http://schemas.microsoft.com/office/drawing/2014/main" id="{44B7E90C-8614-A23E-BCE3-6A143BFDB64B}"/>
                </a:ext>
              </a:extLst>
            </p:cNvPr>
            <p:cNvSpPr/>
            <p:nvPr/>
          </p:nvSpPr>
          <p:spPr>
            <a:xfrm>
              <a:off x="980868" y="6994133"/>
              <a:ext cx="11125691" cy="2828629"/>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chemeClr val="lt1"/>
                  </a:solidFill>
                  <a:effectLst/>
                  <a:uFillTx/>
                  <a:latin typeface="+mn-lt"/>
                  <a:ea typeface="+mn-ea"/>
                  <a:cs typeface="+mn-cs"/>
                  <a:sym typeface="Helvetica Neue"/>
                </a:defRPr>
              </a:lvl9pPr>
            </a:lstStyle>
            <a:p>
              <a:pPr defTabSz="1828800"/>
              <a:endParaRPr lang="en-US" sz="3000">
                <a:solidFill>
                  <a:srgbClr val="0E0E0E"/>
                </a:solidFill>
                <a:latin typeface="Inter" panose="02000503000000020004"/>
              </a:endParaRPr>
            </a:p>
            <a:p>
              <a:pPr defTabSz="1828800"/>
              <a:endParaRPr lang="en-US" sz="3000">
                <a:solidFill>
                  <a:srgbClr val="0E0E0E"/>
                </a:solidFill>
                <a:latin typeface="Inter" panose="02000503000000020004"/>
              </a:endParaRPr>
            </a:p>
            <a:p>
              <a:pPr defTabSz="1828800"/>
              <a:endParaRPr lang="en-US" sz="3000">
                <a:solidFill>
                  <a:srgbClr val="0E0E0E"/>
                </a:solidFill>
                <a:latin typeface="Inter" panose="02000503000000020004"/>
              </a:endParaRPr>
            </a:p>
          </p:txBody>
        </p:sp>
      </p:grpSp>
      <p:sp>
        <p:nvSpPr>
          <p:cNvPr id="15" name="TextBox 14">
            <a:extLst>
              <a:ext uri="{FF2B5EF4-FFF2-40B4-BE49-F238E27FC236}">
                <a16:creationId xmlns:a16="http://schemas.microsoft.com/office/drawing/2014/main" id="{E5EABB8D-6F12-2F11-40B8-2181B62AEAD1}"/>
              </a:ext>
            </a:extLst>
          </p:cNvPr>
          <p:cNvSpPr txBox="1"/>
          <p:nvPr/>
        </p:nvSpPr>
        <p:spPr>
          <a:xfrm>
            <a:off x="12667563" y="2576254"/>
            <a:ext cx="10739364" cy="2062103"/>
          </a:xfrm>
          <a:prstGeom prst="rect">
            <a:avLst/>
          </a:prstGeom>
          <a:noFill/>
        </p:spPr>
        <p:txBody>
          <a:bodyPr wrap="square">
            <a:spAutoFit/>
          </a:bodyPr>
          <a:lstStyle/>
          <a:p>
            <a:pPr defTabSz="1828800" hangingPunct="1"/>
            <a:r>
              <a:rPr lang="en-US" sz="3200">
                <a:solidFill>
                  <a:srgbClr val="0E0E0E"/>
                </a:solidFill>
                <a:latin typeface="Inter" panose="02000503000000020004"/>
              </a:rPr>
              <a:t>Standard Deviation</a:t>
            </a:r>
          </a:p>
          <a:p>
            <a:pPr defTabSz="1828800" hangingPunct="1"/>
            <a:r>
              <a:rPr lang="en-US">
                <a:solidFill>
                  <a:srgbClr val="FF0000"/>
                </a:solidFill>
                <a:latin typeface="Inter" panose="02000503000000020004"/>
              </a:rPr>
              <a:t>Standardizes the measurement of the distance between points and a line of reference  = </a:t>
            </a:r>
            <a:r>
              <a:rPr lang="en-US">
                <a:solidFill>
                  <a:schemeClr val="tx2">
                    <a:lumMod val="75000"/>
                    <a:lumOff val="25000"/>
                  </a:schemeClr>
                </a:solidFill>
                <a:latin typeface="Inter" panose="02000503000000020004"/>
              </a:rPr>
              <a:t>measures volatility by calculating the average change in simple return over a certain period of time relative to the market (and standardizing it WITHOUT comparing to the actual market volatility</a:t>
            </a:r>
            <a:endParaRPr lang="en-US">
              <a:solidFill>
                <a:srgbClr val="FF0000"/>
              </a:solidFill>
              <a:latin typeface="Inter" panose="02000503000000020004"/>
            </a:endParaRPr>
          </a:p>
        </p:txBody>
      </p:sp>
      <p:sp>
        <p:nvSpPr>
          <p:cNvPr id="21" name="TextBox 20">
            <a:extLst>
              <a:ext uri="{FF2B5EF4-FFF2-40B4-BE49-F238E27FC236}">
                <a16:creationId xmlns:a16="http://schemas.microsoft.com/office/drawing/2014/main" id="{63F7D97E-D2E8-50D9-E376-8D6B2771A119}"/>
              </a:ext>
            </a:extLst>
          </p:cNvPr>
          <p:cNvSpPr txBox="1"/>
          <p:nvPr/>
        </p:nvSpPr>
        <p:spPr>
          <a:xfrm>
            <a:off x="12490681" y="5214022"/>
            <a:ext cx="10986562" cy="2354491"/>
          </a:xfrm>
          <a:prstGeom prst="rect">
            <a:avLst/>
          </a:prstGeom>
          <a:noFill/>
        </p:spPr>
        <p:txBody>
          <a:bodyPr wrap="square">
            <a:spAutoFit/>
          </a:bodyPr>
          <a:lstStyle/>
          <a:p>
            <a:pPr defTabSz="1828800" hangingPunct="1"/>
            <a:r>
              <a:rPr lang="en-US" sz="3500" dirty="0">
                <a:solidFill>
                  <a:srgbClr val="0E0E0E"/>
                </a:solidFill>
                <a:latin typeface="Inter" panose="02000503000000020004"/>
              </a:rPr>
              <a:t>Variance vs. Covariance</a:t>
            </a:r>
          </a:p>
          <a:p>
            <a:pPr defTabSz="1828800" hangingPunct="1"/>
            <a:r>
              <a:rPr lang="en-US" sz="2800" b="1" dirty="0">
                <a:solidFill>
                  <a:srgbClr val="0E0E0E"/>
                </a:solidFill>
                <a:latin typeface="Inter" panose="02000503000000020004"/>
              </a:rPr>
              <a:t>Variance</a:t>
            </a:r>
            <a:r>
              <a:rPr lang="en-US" sz="2800" dirty="0">
                <a:solidFill>
                  <a:srgbClr val="0E0E0E"/>
                </a:solidFill>
                <a:latin typeface="Inter" panose="02000503000000020004"/>
              </a:rPr>
              <a:t> = the </a:t>
            </a:r>
            <a:r>
              <a:rPr lang="en-US" sz="2800" b="1" dirty="0">
                <a:solidFill>
                  <a:srgbClr val="0E0E0E"/>
                </a:solidFill>
                <a:latin typeface="Inter" panose="02000503000000020004"/>
              </a:rPr>
              <a:t>sum</a:t>
            </a:r>
            <a:r>
              <a:rPr lang="en-US" sz="2800" dirty="0">
                <a:solidFill>
                  <a:srgbClr val="0E0E0E"/>
                </a:solidFill>
                <a:latin typeface="Inter" panose="02000503000000020004"/>
              </a:rPr>
              <a:t> of the </a:t>
            </a:r>
            <a:r>
              <a:rPr lang="en-US" sz="2800" b="1" dirty="0">
                <a:solidFill>
                  <a:srgbClr val="0E0E0E"/>
                </a:solidFill>
                <a:latin typeface="Inter" panose="02000503000000020004"/>
              </a:rPr>
              <a:t>difference</a:t>
            </a:r>
            <a:r>
              <a:rPr lang="en-US" sz="2800" dirty="0">
                <a:solidFill>
                  <a:srgbClr val="0E0E0E"/>
                </a:solidFill>
                <a:latin typeface="Inter" panose="02000503000000020004"/>
              </a:rPr>
              <a:t> between</a:t>
            </a:r>
            <a:r>
              <a:rPr lang="en-US" sz="2800" b="1" dirty="0">
                <a:solidFill>
                  <a:srgbClr val="0E0E0E"/>
                </a:solidFill>
                <a:latin typeface="Inter" panose="02000503000000020004"/>
              </a:rPr>
              <a:t> market return</a:t>
            </a:r>
            <a:r>
              <a:rPr lang="en-US" sz="2800" dirty="0">
                <a:solidFill>
                  <a:srgbClr val="0E0E0E"/>
                </a:solidFill>
                <a:latin typeface="Inter" panose="02000503000000020004"/>
              </a:rPr>
              <a:t> and </a:t>
            </a:r>
            <a:r>
              <a:rPr lang="en-US" sz="2800" b="1" dirty="0">
                <a:solidFill>
                  <a:srgbClr val="0E0E0E"/>
                </a:solidFill>
                <a:latin typeface="Inter" panose="02000503000000020004"/>
              </a:rPr>
              <a:t>mean market return squared </a:t>
            </a:r>
            <a:r>
              <a:rPr lang="en-US" sz="2800" dirty="0">
                <a:solidFill>
                  <a:srgbClr val="0E0E0E"/>
                </a:solidFill>
                <a:latin typeface="Inter" panose="02000503000000020004"/>
              </a:rPr>
              <a:t>and </a:t>
            </a:r>
            <a:r>
              <a:rPr lang="en-US" sz="2800" b="1" dirty="0">
                <a:solidFill>
                  <a:srgbClr val="0E0E0E"/>
                </a:solidFill>
                <a:latin typeface="Inter" panose="02000503000000020004"/>
              </a:rPr>
              <a:t>averaged</a:t>
            </a:r>
            <a:r>
              <a:rPr lang="en-US" sz="2800" dirty="0">
                <a:solidFill>
                  <a:srgbClr val="0E0E0E"/>
                </a:solidFill>
                <a:latin typeface="Inter" panose="02000503000000020004"/>
              </a:rPr>
              <a:t>. </a:t>
            </a:r>
          </a:p>
          <a:p>
            <a:pPr defTabSz="1828800" hangingPunct="1"/>
            <a:r>
              <a:rPr lang="en-US" sz="2800" b="1" dirty="0">
                <a:solidFill>
                  <a:srgbClr val="0E0E0E"/>
                </a:solidFill>
                <a:latin typeface="Inter" panose="02000503000000020004"/>
              </a:rPr>
              <a:t>Covariance </a:t>
            </a:r>
            <a:r>
              <a:rPr lang="en-US" sz="2800" dirty="0">
                <a:solidFill>
                  <a:srgbClr val="0E0E0E"/>
                </a:solidFill>
                <a:latin typeface="Inter" panose="02000503000000020004"/>
              </a:rPr>
              <a:t>= the </a:t>
            </a:r>
            <a:r>
              <a:rPr lang="en-US" sz="2800" b="1" dirty="0">
                <a:solidFill>
                  <a:srgbClr val="0E0E0E"/>
                </a:solidFill>
                <a:latin typeface="Inter" panose="02000503000000020004"/>
              </a:rPr>
              <a:t>sum </a:t>
            </a:r>
            <a:r>
              <a:rPr lang="en-US" sz="2800" dirty="0">
                <a:solidFill>
                  <a:srgbClr val="0E0E0E"/>
                </a:solidFill>
                <a:latin typeface="Inter" panose="02000503000000020004"/>
              </a:rPr>
              <a:t>of the </a:t>
            </a:r>
            <a:r>
              <a:rPr lang="en-US" sz="2800" b="1" dirty="0">
                <a:solidFill>
                  <a:srgbClr val="0E0E0E"/>
                </a:solidFill>
                <a:latin typeface="Inter" panose="02000503000000020004"/>
              </a:rPr>
              <a:t>product</a:t>
            </a:r>
            <a:r>
              <a:rPr lang="en-US" sz="2800" dirty="0">
                <a:solidFill>
                  <a:srgbClr val="0E0E0E"/>
                </a:solidFill>
                <a:latin typeface="Inter" panose="02000503000000020004"/>
              </a:rPr>
              <a:t> between </a:t>
            </a:r>
            <a:r>
              <a:rPr lang="en-US" sz="2800" b="1" dirty="0">
                <a:solidFill>
                  <a:srgbClr val="0E0E0E"/>
                </a:solidFill>
                <a:latin typeface="Inter" panose="02000503000000020004"/>
              </a:rPr>
              <a:t>stock movement</a:t>
            </a:r>
            <a:r>
              <a:rPr lang="en-US" sz="2800" dirty="0">
                <a:solidFill>
                  <a:srgbClr val="0E0E0E"/>
                </a:solidFill>
                <a:latin typeface="Inter" panose="02000503000000020004"/>
              </a:rPr>
              <a:t> and </a:t>
            </a:r>
            <a:r>
              <a:rPr lang="en-US" sz="2800" b="1" dirty="0">
                <a:solidFill>
                  <a:srgbClr val="0E0E0E"/>
                </a:solidFill>
                <a:latin typeface="Inter" panose="02000503000000020004"/>
              </a:rPr>
              <a:t>market movement</a:t>
            </a:r>
            <a:r>
              <a:rPr lang="en-US" sz="2800" dirty="0">
                <a:solidFill>
                  <a:srgbClr val="0E0E0E"/>
                </a:solidFill>
                <a:latin typeface="Inter" panose="02000503000000020004"/>
              </a:rPr>
              <a:t> </a:t>
            </a:r>
            <a:r>
              <a:rPr lang="en-US" sz="2800" b="1" dirty="0">
                <a:solidFill>
                  <a:srgbClr val="0E0E0E"/>
                </a:solidFill>
                <a:latin typeface="Inter" panose="02000503000000020004"/>
              </a:rPr>
              <a:t>averaged.</a:t>
            </a:r>
          </a:p>
        </p:txBody>
      </p:sp>
      <p:sp>
        <p:nvSpPr>
          <p:cNvPr id="22" name="TextBox 21">
            <a:extLst>
              <a:ext uri="{FF2B5EF4-FFF2-40B4-BE49-F238E27FC236}">
                <a16:creationId xmlns:a16="http://schemas.microsoft.com/office/drawing/2014/main" id="{56F991D2-CD0B-E07F-3FA2-326821FF1208}"/>
              </a:ext>
            </a:extLst>
          </p:cNvPr>
          <p:cNvSpPr txBox="1"/>
          <p:nvPr/>
        </p:nvSpPr>
        <p:spPr>
          <a:xfrm>
            <a:off x="12849726" y="8286619"/>
            <a:ext cx="10616772" cy="1092607"/>
          </a:xfrm>
          <a:prstGeom prst="rect">
            <a:avLst/>
          </a:prstGeom>
          <a:noFill/>
        </p:spPr>
        <p:txBody>
          <a:bodyPr wrap="square">
            <a:spAutoFit/>
          </a:bodyPr>
          <a:lstStyle/>
          <a:p>
            <a:pPr defTabSz="1828800" hangingPunct="1"/>
            <a:r>
              <a:rPr lang="en-US" sz="3500" dirty="0">
                <a:solidFill>
                  <a:srgbClr val="0E0E0E"/>
                </a:solidFill>
                <a:latin typeface="Inter" panose="02000503000000020004"/>
              </a:rPr>
              <a:t>Time Frame</a:t>
            </a:r>
          </a:p>
          <a:p>
            <a:pPr defTabSz="1828800" hangingPunct="1"/>
            <a:r>
              <a:rPr lang="en-US" sz="2800" dirty="0">
                <a:solidFill>
                  <a:srgbClr val="0E0E0E"/>
                </a:solidFill>
                <a:latin typeface="Inter" panose="02000503000000020004"/>
              </a:rPr>
              <a:t>252 trading days (market activity within 1 year)</a:t>
            </a:r>
          </a:p>
        </p:txBody>
      </p:sp>
      <p:pic>
        <p:nvPicPr>
          <p:cNvPr id="24" name="Picture 23">
            <a:extLst>
              <a:ext uri="{FF2B5EF4-FFF2-40B4-BE49-F238E27FC236}">
                <a16:creationId xmlns:a16="http://schemas.microsoft.com/office/drawing/2014/main" id="{3323E05E-AF03-A660-5578-2879249A3CC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8083" y="4863599"/>
            <a:ext cx="10683170" cy="700846"/>
          </a:xfrm>
          <a:prstGeom prst="rect">
            <a:avLst/>
          </a:prstGeom>
        </p:spPr>
      </p:pic>
      <p:sp>
        <p:nvSpPr>
          <p:cNvPr id="36" name="TextBox 35">
            <a:extLst>
              <a:ext uri="{FF2B5EF4-FFF2-40B4-BE49-F238E27FC236}">
                <a16:creationId xmlns:a16="http://schemas.microsoft.com/office/drawing/2014/main" id="{D401D3D3-51CA-887C-CA29-B1F044244240}"/>
              </a:ext>
            </a:extLst>
          </p:cNvPr>
          <p:cNvSpPr txBox="1"/>
          <p:nvPr/>
        </p:nvSpPr>
        <p:spPr>
          <a:xfrm>
            <a:off x="12637777" y="10919071"/>
            <a:ext cx="10798936" cy="1061829"/>
          </a:xfrm>
          <a:prstGeom prst="rect">
            <a:avLst/>
          </a:prstGeom>
          <a:noFill/>
        </p:spPr>
        <p:txBody>
          <a:bodyPr wrap="square">
            <a:spAutoFit/>
          </a:bodyPr>
          <a:lstStyle/>
          <a:p>
            <a:pPr defTabSz="1828800" hangingPunct="1"/>
            <a:r>
              <a:rPr lang="en-US" sz="3500">
                <a:solidFill>
                  <a:srgbClr val="0E0E0E"/>
                </a:solidFill>
                <a:latin typeface="Inter" panose="02000503000000020004"/>
              </a:rPr>
              <a:t>Simple Average Return</a:t>
            </a:r>
          </a:p>
          <a:p>
            <a:pPr defTabSz="1828800" hangingPunct="1"/>
            <a:r>
              <a:rPr lang="en-US" sz="2800">
                <a:solidFill>
                  <a:srgbClr val="0E0E0E"/>
                </a:solidFill>
                <a:latin typeface="Inter" panose="02000503000000020004"/>
              </a:rPr>
              <a:t>We took simple average return instead of logarithmic returns</a:t>
            </a:r>
          </a:p>
        </p:txBody>
      </p:sp>
      <p:pic>
        <p:nvPicPr>
          <p:cNvPr id="40" name="Picture 39">
            <a:extLst>
              <a:ext uri="{FF2B5EF4-FFF2-40B4-BE49-F238E27FC236}">
                <a16:creationId xmlns:a16="http://schemas.microsoft.com/office/drawing/2014/main" id="{838E0CC0-7600-A9BB-5F18-6FFB60A3432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95944" y="5925586"/>
            <a:ext cx="6667448" cy="868723"/>
          </a:xfrm>
          <a:prstGeom prst="rect">
            <a:avLst/>
          </a:prstGeom>
        </p:spPr>
      </p:pic>
    </p:spTree>
    <p:extLst>
      <p:ext uri="{BB962C8B-B14F-4D97-AF65-F5344CB8AC3E}">
        <p14:creationId xmlns:p14="http://schemas.microsoft.com/office/powerpoint/2010/main" val="82344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804F5-B4CB-F401-1811-1D089238512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81E0E457-ECAD-2DEE-BA6A-ECE217E12B74}"/>
              </a:ext>
            </a:extLst>
          </p:cNvPr>
          <p:cNvSpPr>
            <a:spLocks noGrp="1"/>
          </p:cNvSpPr>
          <p:nvPr>
            <p:ph type="body" sz="quarter" idx="13"/>
          </p:nvPr>
        </p:nvSpPr>
        <p:spPr>
          <a:xfrm>
            <a:off x="914397" y="425751"/>
            <a:ext cx="6741459" cy="457200"/>
          </a:xfrm>
        </p:spPr>
        <p:txBody>
          <a:bodyPr/>
          <a:lstStyle/>
          <a:p>
            <a:r>
              <a:rPr lang="en-US"/>
              <a:t>BETA OF AI TECH STOCKS</a:t>
            </a:r>
          </a:p>
        </p:txBody>
      </p:sp>
      <p:sp>
        <p:nvSpPr>
          <p:cNvPr id="6" name="Title 1">
            <a:extLst>
              <a:ext uri="{FF2B5EF4-FFF2-40B4-BE49-F238E27FC236}">
                <a16:creationId xmlns:a16="http://schemas.microsoft.com/office/drawing/2014/main" id="{04A06671-EEF6-AA0D-49FA-D482DCCA146E}"/>
              </a:ext>
            </a:extLst>
          </p:cNvPr>
          <p:cNvSpPr>
            <a:spLocks noGrp="1"/>
          </p:cNvSpPr>
          <p:nvPr>
            <p:ph type="title"/>
          </p:nvPr>
        </p:nvSpPr>
        <p:spPr>
          <a:xfrm>
            <a:off x="914397" y="516599"/>
            <a:ext cx="21031201" cy="1371600"/>
          </a:xfrm>
        </p:spPr>
        <p:txBody>
          <a:bodyPr>
            <a:normAutofit/>
          </a:bodyPr>
          <a:lstStyle/>
          <a:p>
            <a:r>
              <a:rPr lang="en-US" sz="6000" dirty="0">
                <a:latin typeface="Inter"/>
                <a:cs typeface="Poppins"/>
              </a:rPr>
              <a:t>BETA – How to Read</a:t>
            </a:r>
          </a:p>
        </p:txBody>
      </p:sp>
      <p:grpSp>
        <p:nvGrpSpPr>
          <p:cNvPr id="2" name="Group 1">
            <a:extLst>
              <a:ext uri="{FF2B5EF4-FFF2-40B4-BE49-F238E27FC236}">
                <a16:creationId xmlns:a16="http://schemas.microsoft.com/office/drawing/2014/main" id="{24F6B54A-C9F6-9BC9-45DB-4A8CDD8A803E}"/>
              </a:ext>
            </a:extLst>
          </p:cNvPr>
          <p:cNvGrpSpPr/>
          <p:nvPr/>
        </p:nvGrpSpPr>
        <p:grpSpPr>
          <a:xfrm>
            <a:off x="1823837" y="1979047"/>
            <a:ext cx="20736326" cy="10730521"/>
            <a:chOff x="1882153" y="4135605"/>
            <a:chExt cx="9378029" cy="4104362"/>
          </a:xfrm>
        </p:grpSpPr>
        <p:pic>
          <p:nvPicPr>
            <p:cNvPr id="11" name="Picture 10" descr="A line of text with black text&#10;&#10;AI-generated content may be incorrect.">
              <a:extLst>
                <a:ext uri="{FF2B5EF4-FFF2-40B4-BE49-F238E27FC236}">
                  <a16:creationId xmlns:a16="http://schemas.microsoft.com/office/drawing/2014/main" id="{C0999A8D-2288-0896-B121-801376B87ECB}"/>
                </a:ext>
              </a:extLst>
            </p:cNvPr>
            <p:cNvPicPr>
              <a:picLocks noChangeAspect="1"/>
            </p:cNvPicPr>
            <p:nvPr/>
          </p:nvPicPr>
          <p:blipFill>
            <a:blip r:embed="rId2"/>
            <a:srcRect t="25762" b="30472"/>
            <a:stretch/>
          </p:blipFill>
          <p:spPr>
            <a:xfrm>
              <a:off x="1882153" y="4135605"/>
              <a:ext cx="9378029" cy="4104362"/>
            </a:xfrm>
            <a:prstGeom prst="rect">
              <a:avLst/>
            </a:prstGeom>
          </p:spPr>
        </p:pic>
        <p:sp>
          <p:nvSpPr>
            <p:cNvPr id="20" name="Rounded Rectangle 19">
              <a:extLst>
                <a:ext uri="{FF2B5EF4-FFF2-40B4-BE49-F238E27FC236}">
                  <a16:creationId xmlns:a16="http://schemas.microsoft.com/office/drawing/2014/main" id="{69ABF5C8-86BC-9D13-425B-66A9D4CBDEEE}"/>
                </a:ext>
              </a:extLst>
            </p:cNvPr>
            <p:cNvSpPr/>
            <p:nvPr/>
          </p:nvSpPr>
          <p:spPr>
            <a:xfrm>
              <a:off x="9490577" y="4135605"/>
              <a:ext cx="984918" cy="872723"/>
            </a:xfrm>
            <a:prstGeom prst="round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0552561-B453-F46F-0909-5A20388D17AF}"/>
                </a:ext>
              </a:extLst>
            </p:cNvPr>
            <p:cNvSpPr txBox="1"/>
            <p:nvPr/>
          </p:nvSpPr>
          <p:spPr>
            <a:xfrm>
              <a:off x="9296514" y="4345592"/>
              <a:ext cx="1685730" cy="623931"/>
            </a:xfrm>
            <a:prstGeom prst="rect">
              <a:avLst/>
            </a:prstGeom>
            <a:noFill/>
          </p:spPr>
          <p:txBody>
            <a:bodyPr wrap="square" rtlCol="0">
              <a:spAutoFit/>
            </a:bodyPr>
            <a:lstStyle/>
            <a:p>
              <a:r>
                <a:rPr lang="en-US" sz="10000" dirty="0">
                  <a:solidFill>
                    <a:schemeClr val="tx1"/>
                  </a:solidFill>
                  <a:latin typeface="+mj-lt"/>
                </a:rPr>
                <a:t>&lt; -1</a:t>
              </a:r>
            </a:p>
          </p:txBody>
        </p:sp>
        <p:sp>
          <p:nvSpPr>
            <p:cNvPr id="23" name="Rounded Rectangle 22">
              <a:extLst>
                <a:ext uri="{FF2B5EF4-FFF2-40B4-BE49-F238E27FC236}">
                  <a16:creationId xmlns:a16="http://schemas.microsoft.com/office/drawing/2014/main" id="{20C1CFE3-5DD1-CC51-0205-4169E8B53487}"/>
                </a:ext>
              </a:extLst>
            </p:cNvPr>
            <p:cNvSpPr/>
            <p:nvPr/>
          </p:nvSpPr>
          <p:spPr>
            <a:xfrm>
              <a:off x="3792669" y="4247979"/>
              <a:ext cx="984918" cy="872723"/>
            </a:xfrm>
            <a:prstGeom prst="round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C83B5CD-90A8-24FB-C2F2-8D003E04F25D}"/>
                </a:ext>
              </a:extLst>
            </p:cNvPr>
            <p:cNvSpPr txBox="1"/>
            <p:nvPr/>
          </p:nvSpPr>
          <p:spPr>
            <a:xfrm>
              <a:off x="3902003" y="4247979"/>
              <a:ext cx="1139757" cy="741653"/>
            </a:xfrm>
            <a:prstGeom prst="rect">
              <a:avLst/>
            </a:prstGeom>
            <a:noFill/>
          </p:spPr>
          <p:txBody>
            <a:bodyPr wrap="square" rtlCol="0">
              <a:spAutoFit/>
            </a:bodyPr>
            <a:lstStyle/>
            <a:p>
              <a:r>
                <a:rPr lang="en-US" sz="12000" dirty="0">
                  <a:solidFill>
                    <a:schemeClr val="tx1"/>
                  </a:solidFill>
                  <a:latin typeface="+mj-lt"/>
                </a:rPr>
                <a:t>1</a:t>
              </a:r>
            </a:p>
          </p:txBody>
        </p:sp>
        <p:sp>
          <p:nvSpPr>
            <p:cNvPr id="27" name="TextBox 26">
              <a:extLst>
                <a:ext uri="{FF2B5EF4-FFF2-40B4-BE49-F238E27FC236}">
                  <a16:creationId xmlns:a16="http://schemas.microsoft.com/office/drawing/2014/main" id="{F1029899-7AD5-0B1F-B019-CC9307509A56}"/>
                </a:ext>
              </a:extLst>
            </p:cNvPr>
            <p:cNvSpPr txBox="1"/>
            <p:nvPr/>
          </p:nvSpPr>
          <p:spPr>
            <a:xfrm>
              <a:off x="2267533" y="4236361"/>
              <a:ext cx="1139757" cy="741653"/>
            </a:xfrm>
            <a:prstGeom prst="rect">
              <a:avLst/>
            </a:prstGeom>
            <a:noFill/>
          </p:spPr>
          <p:txBody>
            <a:bodyPr wrap="square" rtlCol="0">
              <a:spAutoFit/>
            </a:bodyPr>
            <a:lstStyle/>
            <a:p>
              <a:r>
                <a:rPr lang="en-US" sz="12000">
                  <a:solidFill>
                    <a:schemeClr val="tx1"/>
                  </a:solidFill>
                  <a:latin typeface="+mj-lt"/>
                </a:rPr>
                <a:t>&gt; 1</a:t>
              </a:r>
            </a:p>
          </p:txBody>
        </p:sp>
      </p:grpSp>
    </p:spTree>
    <p:extLst>
      <p:ext uri="{BB962C8B-B14F-4D97-AF65-F5344CB8AC3E}">
        <p14:creationId xmlns:p14="http://schemas.microsoft.com/office/powerpoint/2010/main" val="2791662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D390E-79BF-93B9-A2F1-4B8C6B368F2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06E5D44-E357-2829-0948-B3C010DBF912}"/>
              </a:ext>
            </a:extLst>
          </p:cNvPr>
          <p:cNvSpPr>
            <a:spLocks noGrp="1"/>
          </p:cNvSpPr>
          <p:nvPr>
            <p:ph type="body" sz="quarter" idx="13"/>
          </p:nvPr>
        </p:nvSpPr>
        <p:spPr>
          <a:xfrm>
            <a:off x="914397" y="425751"/>
            <a:ext cx="6741459" cy="457200"/>
          </a:xfrm>
        </p:spPr>
        <p:txBody>
          <a:bodyPr/>
          <a:lstStyle/>
          <a:p>
            <a:r>
              <a:rPr lang="en-US"/>
              <a:t>BETA OF AI TECH STOCKS</a:t>
            </a:r>
          </a:p>
        </p:txBody>
      </p:sp>
      <p:sp>
        <p:nvSpPr>
          <p:cNvPr id="5" name="Slide Number Placeholder 4">
            <a:extLst>
              <a:ext uri="{FF2B5EF4-FFF2-40B4-BE49-F238E27FC236}">
                <a16:creationId xmlns:a16="http://schemas.microsoft.com/office/drawing/2014/main" id="{32AEB027-B27C-812B-1280-088097F2B635}"/>
              </a:ext>
            </a:extLst>
          </p:cNvPr>
          <p:cNvSpPr>
            <a:spLocks noGrp="1"/>
          </p:cNvSpPr>
          <p:nvPr>
            <p:ph type="sldNum" sz="quarter" idx="2"/>
          </p:nvPr>
        </p:nvSpPr>
        <p:spPr>
          <a:xfrm>
            <a:off x="11869820" y="12880972"/>
            <a:ext cx="631660" cy="409277"/>
          </a:xfrm>
        </p:spPr>
        <p:txBody>
          <a:bodyPr/>
          <a:lstStyle/>
          <a:p>
            <a:fld id="{86CB4B4D-7CA3-9044-876B-883B54F8677D}" type="slidenum">
              <a:rPr lang="en-US" smtClean="0"/>
              <a:pPr/>
              <a:t>6</a:t>
            </a:fld>
            <a:endParaRPr lang="en-US"/>
          </a:p>
        </p:txBody>
      </p:sp>
      <p:sp>
        <p:nvSpPr>
          <p:cNvPr id="6" name="Title 1">
            <a:extLst>
              <a:ext uri="{FF2B5EF4-FFF2-40B4-BE49-F238E27FC236}">
                <a16:creationId xmlns:a16="http://schemas.microsoft.com/office/drawing/2014/main" id="{2E4F6D29-9D99-A127-3772-769B275F5B69}"/>
              </a:ext>
            </a:extLst>
          </p:cNvPr>
          <p:cNvSpPr>
            <a:spLocks noGrp="1"/>
          </p:cNvSpPr>
          <p:nvPr>
            <p:ph type="title"/>
          </p:nvPr>
        </p:nvSpPr>
        <p:spPr>
          <a:xfrm>
            <a:off x="914397" y="516599"/>
            <a:ext cx="21031201" cy="1371600"/>
          </a:xfrm>
        </p:spPr>
        <p:txBody>
          <a:bodyPr>
            <a:normAutofit/>
          </a:bodyPr>
          <a:lstStyle/>
          <a:p>
            <a:r>
              <a:rPr lang="en-US" sz="6000">
                <a:latin typeface="Inter"/>
                <a:cs typeface="Poppins"/>
              </a:rPr>
              <a:t>BETA – Applied to Major AI Tech Stocks</a:t>
            </a:r>
          </a:p>
        </p:txBody>
      </p:sp>
      <p:sp>
        <p:nvSpPr>
          <p:cNvPr id="7" name="Rectangle 6">
            <a:extLst>
              <a:ext uri="{FF2B5EF4-FFF2-40B4-BE49-F238E27FC236}">
                <a16:creationId xmlns:a16="http://schemas.microsoft.com/office/drawing/2014/main" id="{9554315C-5D14-CE0E-E92C-71351B9F92BA}"/>
              </a:ext>
            </a:extLst>
          </p:cNvPr>
          <p:cNvSpPr/>
          <p:nvPr/>
        </p:nvSpPr>
        <p:spPr>
          <a:xfrm>
            <a:off x="914397" y="1812266"/>
            <a:ext cx="11133533"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How its Used</a:t>
            </a:r>
          </a:p>
        </p:txBody>
      </p:sp>
      <p:sp>
        <p:nvSpPr>
          <p:cNvPr id="8" name="Rectangle 7">
            <a:extLst>
              <a:ext uri="{FF2B5EF4-FFF2-40B4-BE49-F238E27FC236}">
                <a16:creationId xmlns:a16="http://schemas.microsoft.com/office/drawing/2014/main" id="{0AA6DE74-EF46-7218-BE01-B88812BF4C02}"/>
              </a:ext>
            </a:extLst>
          </p:cNvPr>
          <p:cNvSpPr/>
          <p:nvPr/>
        </p:nvSpPr>
        <p:spPr>
          <a:xfrm>
            <a:off x="914397" y="8565840"/>
            <a:ext cx="22555204"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Beta’s Limitations</a:t>
            </a:r>
          </a:p>
        </p:txBody>
      </p:sp>
      <p:sp>
        <p:nvSpPr>
          <p:cNvPr id="9" name="Rectangle 8">
            <a:extLst>
              <a:ext uri="{FF2B5EF4-FFF2-40B4-BE49-F238E27FC236}">
                <a16:creationId xmlns:a16="http://schemas.microsoft.com/office/drawing/2014/main" id="{BD942D87-39D0-25AD-47BB-E088145B3E35}"/>
              </a:ext>
            </a:extLst>
          </p:cNvPr>
          <p:cNvSpPr/>
          <p:nvPr/>
        </p:nvSpPr>
        <p:spPr>
          <a:xfrm>
            <a:off x="12336068" y="1812266"/>
            <a:ext cx="11133533"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Used in Future Predictions </a:t>
            </a:r>
          </a:p>
        </p:txBody>
      </p:sp>
      <p:graphicFrame>
        <p:nvGraphicFramePr>
          <p:cNvPr id="3" name="Table 2">
            <a:extLst>
              <a:ext uri="{FF2B5EF4-FFF2-40B4-BE49-F238E27FC236}">
                <a16:creationId xmlns:a16="http://schemas.microsoft.com/office/drawing/2014/main" id="{B36D94C6-2949-3532-FD60-FD60098469EC}"/>
              </a:ext>
            </a:extLst>
          </p:cNvPr>
          <p:cNvGraphicFramePr>
            <a:graphicFrameLocks noGrp="1"/>
          </p:cNvGraphicFramePr>
          <p:nvPr>
            <p:custDataLst>
              <p:tags r:id="rId1"/>
            </p:custDataLst>
            <p:extLst>
              <p:ext uri="{D42A27DB-BD31-4B8C-83A1-F6EECF244321}">
                <p14:modId xmlns:p14="http://schemas.microsoft.com/office/powerpoint/2010/main" val="3031254857"/>
              </p:ext>
            </p:extLst>
          </p:nvPr>
        </p:nvGraphicFramePr>
        <p:xfrm>
          <a:off x="2951018" y="2476360"/>
          <a:ext cx="8807267" cy="6089480"/>
        </p:xfrm>
        <a:graphic>
          <a:graphicData uri="http://schemas.openxmlformats.org/drawingml/2006/table">
            <a:tbl>
              <a:tblPr/>
              <a:tblGrid>
                <a:gridCol w="8412649">
                  <a:extLst>
                    <a:ext uri="{9D8B030D-6E8A-4147-A177-3AD203B41FA5}">
                      <a16:colId xmlns:a16="http://schemas.microsoft.com/office/drawing/2014/main" val="296525212"/>
                    </a:ext>
                  </a:extLst>
                </a:gridCol>
                <a:gridCol w="394618">
                  <a:extLst>
                    <a:ext uri="{9D8B030D-6E8A-4147-A177-3AD203B41FA5}">
                      <a16:colId xmlns:a16="http://schemas.microsoft.com/office/drawing/2014/main" val="386091632"/>
                    </a:ext>
                  </a:extLst>
                </a:gridCol>
              </a:tblGrid>
              <a:tr h="2269748">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2500" dirty="0">
                          <a:latin typeface="Aptos" panose="020B0004020202020204" pitchFamily="34" charset="0"/>
                        </a:rPr>
                        <a:t>Most AI tech stock betas exhibit a value between </a:t>
                      </a:r>
                      <a:r>
                        <a:rPr lang="en-US" sz="2500" b="1" dirty="0">
                          <a:latin typeface="Aptos" panose="020B0004020202020204" pitchFamily="34" charset="0"/>
                        </a:rPr>
                        <a:t>1.5 to 2.5 </a:t>
                      </a:r>
                      <a:r>
                        <a:rPr lang="en-US" sz="2500" dirty="0">
                          <a:latin typeface="Aptos" panose="020B0004020202020204" pitchFamily="34" charset="0"/>
                        </a:rPr>
                        <a:t>(smaller firms may exhibit around </a:t>
                      </a:r>
                      <a:r>
                        <a:rPr lang="en-US" sz="2500" b="1" dirty="0">
                          <a:latin typeface="Aptos" panose="020B0004020202020204" pitchFamily="34" charset="0"/>
                        </a:rPr>
                        <a:t>3</a:t>
                      </a:r>
                      <a:r>
                        <a:rPr lang="en-US" sz="2500" dirty="0">
                          <a:latin typeface="Aptos" panose="020B0004020202020204" pitchFamily="34" charset="0"/>
                        </a:rPr>
                        <a:t> which are much higher price swings than the market average</a:t>
                      </a:r>
                      <a:endParaRPr lang="en-US" sz="2500" b="1" dirty="0">
                        <a:latin typeface="Aptos" panose="020B0004020202020204" pitchFamily="34" charset="0"/>
                      </a:endParaRPr>
                    </a:p>
                  </a:txBody>
                  <a:tcPr marL="182880" marR="182880" marT="91440" marB="91440" anchor="ctr">
                    <a:lnL w="12700" cmpd="sng">
                      <a:noFill/>
                    </a:lnL>
                    <a:lnR w="12700" cmpd="sng">
                      <a:noFill/>
                    </a:lnR>
                    <a:lnT w="38100" cmpd="sng">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endParaRPr lang="en-US" sz="3000" b="0"/>
                    </a:p>
                  </a:txBody>
                  <a:tcPr marL="182880" marR="182880" marT="91440" marB="91440" anchor="ctr">
                    <a:lnL w="12700" cmpd="sng">
                      <a:noFill/>
                    </a:lnL>
                    <a:lnR w="12700" cmpd="sng">
                      <a:noFill/>
                    </a:lnR>
                    <a:lnT w="38100" cmpd="sng">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91466926"/>
                  </a:ext>
                </a:extLst>
              </a:tr>
              <a:tr h="1855579">
                <a:tc>
                  <a:txBody>
                    <a:bodyPr/>
                    <a:lstStyle/>
                    <a:p>
                      <a:r>
                        <a:rPr lang="en-US" sz="2500" b="0" dirty="0"/>
                        <a:t>Normally balanced out with other stocks within a portfolio with lower beta</a:t>
                      </a: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lang="en-US" sz="3000" b="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6563157"/>
                  </a:ext>
                </a:extLst>
              </a:tr>
              <a:tr h="1964153">
                <a:tc>
                  <a:txBody>
                    <a:bodyPr/>
                    <a:lstStyle/>
                    <a:p>
                      <a:pPr lvl="0">
                        <a:buNone/>
                      </a:pPr>
                      <a:r>
                        <a:rPr lang="en-US" sz="2500"/>
                        <a:t>Beta is often reassessed within your portfolio with new findings within the tech sector</a:t>
                      </a: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lvl="0" algn="r">
                        <a:buNone/>
                      </a:pPr>
                      <a:endParaRPr lang="en-US" sz="3000" b="0" dirty="0"/>
                    </a:p>
                  </a:txBody>
                  <a:tcPr marL="182880" marR="182880" marT="91440" marB="91440" anchor="ctr">
                    <a:lnL w="0">
                      <a:noFill/>
                    </a:lnL>
                    <a:lnR w="0">
                      <a:noFill/>
                    </a:lnR>
                    <a:lnT w="6350" cap="flat" cmpd="sng" algn="ctr">
                      <a:solidFill>
                        <a:srgbClr val="000000"/>
                      </a:solidFill>
                      <a:prstDash val="solid"/>
                      <a:round/>
                      <a:headEnd type="none" w="med" len="med"/>
                      <a:tailEnd type="none" w="med" len="med"/>
                    </a:lnT>
                    <a:lnB w="6350">
                      <a:solidFill>
                        <a:srgbClr val="000000"/>
                      </a:solidFill>
                    </a:lnB>
                    <a:lnTlToBr w="0">
                      <a:noFill/>
                    </a:lnTlToBr>
                    <a:lnBlToTr w="0">
                      <a:noFill/>
                    </a:lnBlToTr>
                    <a:solidFill>
                      <a:srgbClr val="FFFFFF"/>
                    </a:solidFill>
                  </a:tcPr>
                </a:tc>
                <a:extLst>
                  <a:ext uri="{0D108BD9-81ED-4DB2-BD59-A6C34878D82A}">
                    <a16:rowId xmlns:a16="http://schemas.microsoft.com/office/drawing/2014/main" val="2010068010"/>
                  </a:ext>
                </a:extLst>
              </a:tr>
            </a:tbl>
          </a:graphicData>
        </a:graphic>
      </p:graphicFrame>
      <p:graphicFrame>
        <p:nvGraphicFramePr>
          <p:cNvPr id="10" name="Table 9">
            <a:extLst>
              <a:ext uri="{FF2B5EF4-FFF2-40B4-BE49-F238E27FC236}">
                <a16:creationId xmlns:a16="http://schemas.microsoft.com/office/drawing/2014/main" id="{9CFD57A5-843F-361C-66E4-ABBFAF5AE12F}"/>
              </a:ext>
            </a:extLst>
          </p:cNvPr>
          <p:cNvGraphicFramePr>
            <a:graphicFrameLocks noGrp="1"/>
          </p:cNvGraphicFramePr>
          <p:nvPr>
            <p:custDataLst>
              <p:tags r:id="rId2"/>
            </p:custDataLst>
            <p:extLst>
              <p:ext uri="{D42A27DB-BD31-4B8C-83A1-F6EECF244321}">
                <p14:modId xmlns:p14="http://schemas.microsoft.com/office/powerpoint/2010/main" val="2751336709"/>
              </p:ext>
            </p:extLst>
          </p:nvPr>
        </p:nvGraphicFramePr>
        <p:xfrm>
          <a:off x="13641217" y="2358271"/>
          <a:ext cx="9910762" cy="6065833"/>
        </p:xfrm>
        <a:graphic>
          <a:graphicData uri="http://schemas.openxmlformats.org/drawingml/2006/table">
            <a:tbl>
              <a:tblPr/>
              <a:tblGrid>
                <a:gridCol w="9490943">
                  <a:extLst>
                    <a:ext uri="{9D8B030D-6E8A-4147-A177-3AD203B41FA5}">
                      <a16:colId xmlns:a16="http://schemas.microsoft.com/office/drawing/2014/main" val="296525212"/>
                    </a:ext>
                  </a:extLst>
                </a:gridCol>
                <a:gridCol w="419819">
                  <a:extLst>
                    <a:ext uri="{9D8B030D-6E8A-4147-A177-3AD203B41FA5}">
                      <a16:colId xmlns:a16="http://schemas.microsoft.com/office/drawing/2014/main" val="386091632"/>
                    </a:ext>
                  </a:extLst>
                </a:gridCol>
              </a:tblGrid>
              <a:tr h="2076266">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2500" b="0" dirty="0">
                          <a:latin typeface="Aptos" panose="020B0004020202020204" pitchFamily="34" charset="0"/>
                        </a:rPr>
                        <a:t>Utilized in </a:t>
                      </a:r>
                      <a:r>
                        <a:rPr lang="en-US" sz="2500" b="1" dirty="0">
                          <a:latin typeface="Aptos" panose="020B0004020202020204" pitchFamily="34" charset="0"/>
                        </a:rPr>
                        <a:t>CAPM</a:t>
                      </a:r>
                      <a:r>
                        <a:rPr lang="en-US" sz="2500" b="0" dirty="0">
                          <a:latin typeface="Aptos" panose="020B0004020202020204" pitchFamily="34" charset="0"/>
                        </a:rPr>
                        <a:t> (</a:t>
                      </a:r>
                      <a:r>
                        <a:rPr lang="en-US" sz="2500" b="1" dirty="0">
                          <a:latin typeface="Aptos" panose="020B0004020202020204" pitchFamily="34" charset="0"/>
                        </a:rPr>
                        <a:t>C</a:t>
                      </a:r>
                      <a:r>
                        <a:rPr lang="en-US" sz="2500" b="0" dirty="0">
                          <a:latin typeface="Aptos" panose="020B0004020202020204" pitchFamily="34" charset="0"/>
                        </a:rPr>
                        <a:t>apital </a:t>
                      </a:r>
                      <a:r>
                        <a:rPr lang="en-US" sz="2500" b="1" dirty="0">
                          <a:latin typeface="Aptos" panose="020B0004020202020204" pitchFamily="34" charset="0"/>
                        </a:rPr>
                        <a:t>A</a:t>
                      </a:r>
                      <a:r>
                        <a:rPr lang="en-US" sz="2500" b="0" dirty="0">
                          <a:latin typeface="Aptos" panose="020B0004020202020204" pitchFamily="34" charset="0"/>
                        </a:rPr>
                        <a:t>sset </a:t>
                      </a:r>
                      <a:r>
                        <a:rPr lang="en-US" sz="2500" b="1" dirty="0">
                          <a:latin typeface="Aptos" panose="020B0004020202020204" pitchFamily="34" charset="0"/>
                        </a:rPr>
                        <a:t>P</a:t>
                      </a:r>
                      <a:r>
                        <a:rPr lang="en-US" sz="2500" b="0" dirty="0">
                          <a:latin typeface="Aptos" panose="020B0004020202020204" pitchFamily="34" charset="0"/>
                        </a:rPr>
                        <a:t>ricing </a:t>
                      </a:r>
                      <a:r>
                        <a:rPr lang="en-US" sz="2500" b="1" dirty="0">
                          <a:latin typeface="Aptos" panose="020B0004020202020204" pitchFamily="34" charset="0"/>
                        </a:rPr>
                        <a:t>M</a:t>
                      </a:r>
                      <a:r>
                        <a:rPr lang="en-US" sz="2500" b="0" dirty="0">
                          <a:latin typeface="Aptos" panose="020B0004020202020204" pitchFamily="34" charset="0"/>
                        </a:rPr>
                        <a:t>odel) to estimate expected returns on a stock which compares stock </a:t>
                      </a:r>
                      <a:r>
                        <a:rPr lang="en-US" sz="2500" b="1" dirty="0">
                          <a:latin typeface="Aptos" panose="020B0004020202020204" pitchFamily="34" charset="0"/>
                        </a:rPr>
                        <a:t>beta</a:t>
                      </a:r>
                      <a:r>
                        <a:rPr lang="en-US" sz="2500" b="0" dirty="0">
                          <a:latin typeface="Aptos" panose="020B0004020202020204" pitchFamily="34" charset="0"/>
                        </a:rPr>
                        <a:t> to a return on risk-free (</a:t>
                      </a:r>
                      <a:r>
                        <a:rPr lang="en-US" sz="2500" b="1" dirty="0">
                          <a:latin typeface="Aptos" panose="020B0004020202020204" pitchFamily="34" charset="0"/>
                        </a:rPr>
                        <a:t>zero beta</a:t>
                      </a:r>
                      <a:r>
                        <a:rPr lang="en-US" sz="2500" b="0" dirty="0">
                          <a:latin typeface="Aptos" panose="020B0004020202020204" pitchFamily="34" charset="0"/>
                        </a:rPr>
                        <a:t>) asset, </a:t>
                      </a:r>
                      <a:r>
                        <a:rPr lang="en-US" sz="2500" b="1" dirty="0">
                          <a:latin typeface="Aptos" panose="020B0004020202020204" pitchFamily="34" charset="0"/>
                        </a:rPr>
                        <a:t>expected return</a:t>
                      </a:r>
                      <a:r>
                        <a:rPr lang="en-US" sz="2500" b="0" dirty="0">
                          <a:latin typeface="Aptos" panose="020B0004020202020204" pitchFamily="34" charset="0"/>
                        </a:rPr>
                        <a:t> on the market, and </a:t>
                      </a:r>
                      <a:r>
                        <a:rPr lang="en-US" sz="2500" b="1" dirty="0">
                          <a:latin typeface="Aptos" panose="020B0004020202020204" pitchFamily="34" charset="0"/>
                        </a:rPr>
                        <a:t>additional return</a:t>
                      </a:r>
                      <a:r>
                        <a:rPr lang="en-US" sz="2500" b="0" dirty="0">
                          <a:latin typeface="Aptos" panose="020B0004020202020204" pitchFamily="34" charset="0"/>
                        </a:rPr>
                        <a:t> from the market over the risk-free rate. Assuming </a:t>
                      </a:r>
                      <a:r>
                        <a:rPr lang="en-US" sz="2500" b="1" dirty="0">
                          <a:latin typeface="Aptos" panose="020B0004020202020204" pitchFamily="34" charset="0"/>
                        </a:rPr>
                        <a:t>alpha = 0</a:t>
                      </a:r>
                    </a:p>
                  </a:txBody>
                  <a:tcPr marL="182880" marR="182880" marT="91440" marB="91440" anchor="ctr">
                    <a:lnL w="12700" cmpd="sng">
                      <a:noFill/>
                    </a:lnL>
                    <a:lnR w="12700" cmpd="sng">
                      <a:noFill/>
                    </a:lnR>
                    <a:lnT w="38100" cmpd="sng">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endParaRPr lang="en-US" sz="3000" b="0"/>
                    </a:p>
                  </a:txBody>
                  <a:tcPr marL="182880" marR="182880" marT="91440" marB="91440" anchor="ctr">
                    <a:lnL w="12700" cmpd="sng">
                      <a:noFill/>
                    </a:lnL>
                    <a:lnR w="12700" cmpd="sng">
                      <a:noFill/>
                    </a:lnR>
                    <a:lnT w="38100" cmpd="sng">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91466926"/>
                  </a:ext>
                </a:extLst>
              </a:tr>
              <a:tr h="1180146">
                <a:tc>
                  <a:txBody>
                    <a:bodyPr/>
                    <a:lstStyle/>
                    <a:p>
                      <a:endParaRPr lang="en-US" sz="2500" b="0">
                        <a:latin typeface="Aptos" panose="020B0004020202020204" pitchFamily="34" charset="0"/>
                      </a:endParaRP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lang="en-US" sz="3000" b="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72417797"/>
                  </a:ext>
                </a:extLst>
              </a:tr>
              <a:tr h="1180146">
                <a:tc>
                  <a:txBody>
                    <a:bodyPr/>
                    <a:lstStyle/>
                    <a:p>
                      <a:endParaRPr lang="en-US" sz="2500" b="0">
                        <a:latin typeface="Aptos" panose="020B0004020202020204" pitchFamily="34" charset="0"/>
                      </a:endParaRP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lang="en-US" sz="3000" b="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17456040"/>
                  </a:ext>
                </a:extLst>
              </a:tr>
              <a:tr h="939624">
                <a:tc>
                  <a:txBody>
                    <a:bodyPr/>
                    <a:lstStyle/>
                    <a:p>
                      <a:r>
                        <a:rPr lang="en-US" sz="2500" b="0"/>
                        <a:t>Normally balanced out with other stocks within a portfolio with lower beta</a:t>
                      </a: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lang="en-US" sz="3000" b="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6563157"/>
                  </a:ext>
                </a:extLst>
              </a:tr>
              <a:tr h="672781">
                <a:tc>
                  <a:txBody>
                    <a:bodyPr/>
                    <a:lstStyle/>
                    <a:p>
                      <a:pPr lvl="0">
                        <a:buNone/>
                      </a:pPr>
                      <a:r>
                        <a:rPr lang="en-US" sz="2500"/>
                        <a:t>Beta itself </a:t>
                      </a:r>
                      <a:r>
                        <a:rPr lang="en-US" sz="2500" b="1"/>
                        <a:t>cannot</a:t>
                      </a:r>
                      <a:r>
                        <a:rPr lang="en-US" sz="2500"/>
                        <a:t> predict the future</a:t>
                      </a: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lvl="0" algn="r">
                        <a:buNone/>
                      </a:pPr>
                      <a:endParaRPr lang="en-US" sz="3000" b="0" dirty="0"/>
                    </a:p>
                  </a:txBody>
                  <a:tcPr marL="182880" marR="182880" marT="91440" marB="91440" anchor="ctr">
                    <a:lnL w="0">
                      <a:noFill/>
                    </a:lnL>
                    <a:lnR w="0">
                      <a:noFill/>
                    </a:lnR>
                    <a:lnT w="6350" cap="flat" cmpd="sng" algn="ctr">
                      <a:solidFill>
                        <a:srgbClr val="000000"/>
                      </a:solidFill>
                      <a:prstDash val="solid"/>
                      <a:round/>
                      <a:headEnd type="none" w="med" len="med"/>
                      <a:tailEnd type="none" w="med" len="med"/>
                    </a:lnT>
                    <a:lnB w="6350">
                      <a:solidFill>
                        <a:srgbClr val="000000"/>
                      </a:solidFill>
                    </a:lnB>
                    <a:lnTlToBr w="0">
                      <a:noFill/>
                    </a:lnTlToBr>
                    <a:lnBlToTr w="0">
                      <a:noFill/>
                    </a:lnBlToTr>
                    <a:solidFill>
                      <a:srgbClr val="FFFFFF"/>
                    </a:solidFill>
                  </a:tcPr>
                </a:tc>
                <a:extLst>
                  <a:ext uri="{0D108BD9-81ED-4DB2-BD59-A6C34878D82A}">
                    <a16:rowId xmlns:a16="http://schemas.microsoft.com/office/drawing/2014/main" val="2010068010"/>
                  </a:ext>
                </a:extLst>
              </a:tr>
            </a:tbl>
          </a:graphicData>
        </a:graphic>
      </p:graphicFrame>
      <p:pic>
        <p:nvPicPr>
          <p:cNvPr id="12" name="Picture 11">
            <a:extLst>
              <a:ext uri="{FF2B5EF4-FFF2-40B4-BE49-F238E27FC236}">
                <a16:creationId xmlns:a16="http://schemas.microsoft.com/office/drawing/2014/main" id="{BD70503A-721F-D36B-E157-AE765E69E39D}"/>
              </a:ext>
            </a:extLst>
          </p:cNvPr>
          <p:cNvPicPr>
            <a:picLocks noChangeAspect="1"/>
          </p:cNvPicPr>
          <p:nvPr/>
        </p:nvPicPr>
        <p:blipFill>
          <a:blip r:embed="rId5">
            <a:extLst>
              <a:ext uri="{28A0092B-C50C-407E-A947-70E740481C1C}">
                <a14:useLocalDpi xmlns:a14="http://schemas.microsoft.com/office/drawing/2010/main" val="0"/>
              </a:ext>
            </a:extLst>
          </a:blip>
          <a:srcRect t="-1260" r="30954"/>
          <a:stretch/>
        </p:blipFill>
        <p:spPr>
          <a:xfrm>
            <a:off x="14303455" y="4576116"/>
            <a:ext cx="8421814" cy="1027185"/>
          </a:xfrm>
          <a:prstGeom prst="rect">
            <a:avLst/>
          </a:prstGeom>
        </p:spPr>
      </p:pic>
      <p:graphicFrame>
        <p:nvGraphicFramePr>
          <p:cNvPr id="13" name="Table 12">
            <a:extLst>
              <a:ext uri="{FF2B5EF4-FFF2-40B4-BE49-F238E27FC236}">
                <a16:creationId xmlns:a16="http://schemas.microsoft.com/office/drawing/2014/main" id="{94A798D9-038D-6614-9D99-9784B4D28C6F}"/>
              </a:ext>
            </a:extLst>
          </p:cNvPr>
          <p:cNvGraphicFramePr>
            <a:graphicFrameLocks noGrp="1"/>
          </p:cNvGraphicFramePr>
          <p:nvPr>
            <p:custDataLst>
              <p:tags r:id="rId3"/>
            </p:custDataLst>
            <p:extLst>
              <p:ext uri="{D42A27DB-BD31-4B8C-83A1-F6EECF244321}">
                <p14:modId xmlns:p14="http://schemas.microsoft.com/office/powerpoint/2010/main" val="3336832398"/>
              </p:ext>
            </p:extLst>
          </p:nvPr>
        </p:nvGraphicFramePr>
        <p:xfrm>
          <a:off x="2951018" y="9088198"/>
          <a:ext cx="20600961" cy="3684727"/>
        </p:xfrm>
        <a:graphic>
          <a:graphicData uri="http://schemas.openxmlformats.org/drawingml/2006/table">
            <a:tbl>
              <a:tblPr/>
              <a:tblGrid>
                <a:gridCol w="19862542">
                  <a:extLst>
                    <a:ext uri="{9D8B030D-6E8A-4147-A177-3AD203B41FA5}">
                      <a16:colId xmlns:a16="http://schemas.microsoft.com/office/drawing/2014/main" val="296525212"/>
                    </a:ext>
                  </a:extLst>
                </a:gridCol>
                <a:gridCol w="738419">
                  <a:extLst>
                    <a:ext uri="{9D8B030D-6E8A-4147-A177-3AD203B41FA5}">
                      <a16:colId xmlns:a16="http://schemas.microsoft.com/office/drawing/2014/main" val="386091632"/>
                    </a:ext>
                  </a:extLst>
                </a:gridCol>
              </a:tblGrid>
              <a:tr h="1538844">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2500" dirty="0">
                          <a:latin typeface="Aptos" panose="020B0004020202020204" pitchFamily="34" charset="0"/>
                        </a:rPr>
                        <a:t>Beta is a historic measurement and assumes that past relationships between a stock and the market will persist</a:t>
                      </a:r>
                      <a:endParaRPr lang="en-US" sz="2500" b="1" dirty="0">
                        <a:latin typeface="Aptos" panose="020B0004020202020204" pitchFamily="34" charset="0"/>
                      </a:endParaRPr>
                    </a:p>
                  </a:txBody>
                  <a:tcPr marL="182880" marR="182880" marT="91440" marB="91440" anchor="ctr">
                    <a:lnL w="12700" cmpd="sng">
                      <a:noFill/>
                    </a:lnL>
                    <a:lnR w="12700" cmpd="sng">
                      <a:noFill/>
                    </a:lnR>
                    <a:lnT w="38100" cmpd="sng">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endParaRPr lang="en-US" sz="3000" b="0"/>
                    </a:p>
                  </a:txBody>
                  <a:tcPr marL="182880" marR="182880" marT="91440" marB="91440" anchor="ctr">
                    <a:lnL w="12700" cmpd="sng">
                      <a:noFill/>
                    </a:lnL>
                    <a:lnR w="12700" cmpd="sng">
                      <a:noFill/>
                    </a:lnR>
                    <a:lnT w="38100" cmpd="sng">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91466926"/>
                  </a:ext>
                </a:extLst>
              </a:tr>
              <a:tr h="1042444">
                <a:tc>
                  <a:txBody>
                    <a:bodyPr/>
                    <a:lstStyle/>
                    <a:p>
                      <a:r>
                        <a:rPr lang="en-US" sz="2500" b="0" dirty="0"/>
                        <a:t>Often change over time and are sensitive to the time frame (1 year vs 1 hour) especially for tech stocks</a:t>
                      </a: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lang="en-US" sz="3000" b="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6563157"/>
                  </a:ext>
                </a:extLst>
              </a:tr>
              <a:tr h="1103439">
                <a:tc>
                  <a:txBody>
                    <a:bodyPr/>
                    <a:lstStyle/>
                    <a:p>
                      <a:pPr lvl="0">
                        <a:buNone/>
                      </a:pPr>
                      <a:r>
                        <a:rPr lang="en-US" sz="2500"/>
                        <a:t>Captures systematic (market) risk, not company-specific or idiosyncratic risks</a:t>
                      </a: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lvl="0" algn="r">
                        <a:buNone/>
                      </a:pPr>
                      <a:endParaRPr lang="en-US" sz="3000" b="0" dirty="0"/>
                    </a:p>
                  </a:txBody>
                  <a:tcPr marL="182880" marR="182880" marT="91440" marB="91440" anchor="ctr">
                    <a:lnL w="0">
                      <a:noFill/>
                    </a:lnL>
                    <a:lnR w="0">
                      <a:noFill/>
                    </a:lnR>
                    <a:lnT w="6350" cap="flat" cmpd="sng" algn="ctr">
                      <a:solidFill>
                        <a:srgbClr val="000000"/>
                      </a:solidFill>
                      <a:prstDash val="solid"/>
                      <a:round/>
                      <a:headEnd type="none" w="med" len="med"/>
                      <a:tailEnd type="none" w="med" len="med"/>
                    </a:lnT>
                    <a:lnB w="6350">
                      <a:solidFill>
                        <a:srgbClr val="000000"/>
                      </a:solidFill>
                    </a:lnB>
                    <a:lnTlToBr w="0">
                      <a:noFill/>
                    </a:lnTlToBr>
                    <a:lnBlToTr w="0">
                      <a:noFill/>
                    </a:lnBlToTr>
                    <a:solidFill>
                      <a:srgbClr val="FFFFFF"/>
                    </a:solidFill>
                  </a:tcPr>
                </a:tc>
                <a:extLst>
                  <a:ext uri="{0D108BD9-81ED-4DB2-BD59-A6C34878D82A}">
                    <a16:rowId xmlns:a16="http://schemas.microsoft.com/office/drawing/2014/main" val="2010068010"/>
                  </a:ext>
                </a:extLst>
              </a:tr>
            </a:tbl>
          </a:graphicData>
        </a:graphic>
      </p:graphicFrame>
      <p:pic>
        <p:nvPicPr>
          <p:cNvPr id="14" name="Picture 13">
            <a:extLst>
              <a:ext uri="{FF2B5EF4-FFF2-40B4-BE49-F238E27FC236}">
                <a16:creationId xmlns:a16="http://schemas.microsoft.com/office/drawing/2014/main" id="{DB700578-F1B6-0F40-C6D7-7FDA09A5F59E}"/>
              </a:ext>
            </a:extLst>
          </p:cNvPr>
          <p:cNvPicPr>
            <a:picLocks noChangeAspect="1"/>
          </p:cNvPicPr>
          <p:nvPr/>
        </p:nvPicPr>
        <p:blipFill>
          <a:blip r:embed="rId6"/>
          <a:stretch>
            <a:fillRect/>
          </a:stretch>
        </p:blipFill>
        <p:spPr>
          <a:xfrm>
            <a:off x="12217471" y="2639566"/>
            <a:ext cx="1341510" cy="1341510"/>
          </a:xfrm>
          <a:prstGeom prst="rect">
            <a:avLst/>
          </a:prstGeom>
        </p:spPr>
      </p:pic>
      <p:pic>
        <p:nvPicPr>
          <p:cNvPr id="15" name="Picture 14">
            <a:extLst>
              <a:ext uri="{FF2B5EF4-FFF2-40B4-BE49-F238E27FC236}">
                <a16:creationId xmlns:a16="http://schemas.microsoft.com/office/drawing/2014/main" id="{BD0373F7-313E-5AD9-8CB2-2D068EC8D096}"/>
              </a:ext>
            </a:extLst>
          </p:cNvPr>
          <p:cNvPicPr>
            <a:picLocks noChangeAspect="1"/>
          </p:cNvPicPr>
          <p:nvPr/>
        </p:nvPicPr>
        <p:blipFill>
          <a:blip r:embed="rId7"/>
          <a:stretch>
            <a:fillRect/>
          </a:stretch>
        </p:blipFill>
        <p:spPr>
          <a:xfrm>
            <a:off x="12393391" y="4465467"/>
            <a:ext cx="1061650" cy="1061650"/>
          </a:xfrm>
          <a:prstGeom prst="rect">
            <a:avLst/>
          </a:prstGeom>
        </p:spPr>
      </p:pic>
      <p:pic>
        <p:nvPicPr>
          <p:cNvPr id="16" name="Picture 15">
            <a:extLst>
              <a:ext uri="{FF2B5EF4-FFF2-40B4-BE49-F238E27FC236}">
                <a16:creationId xmlns:a16="http://schemas.microsoft.com/office/drawing/2014/main" id="{7BC3D5B8-58E2-0BA4-3824-C5E3E80DC88D}"/>
              </a:ext>
            </a:extLst>
          </p:cNvPr>
          <p:cNvPicPr>
            <a:picLocks noChangeAspect="1"/>
          </p:cNvPicPr>
          <p:nvPr/>
        </p:nvPicPr>
        <p:blipFill>
          <a:blip r:embed="rId8"/>
          <a:stretch>
            <a:fillRect/>
          </a:stretch>
        </p:blipFill>
        <p:spPr>
          <a:xfrm>
            <a:off x="12422131" y="6844151"/>
            <a:ext cx="771606" cy="771606"/>
          </a:xfrm>
          <a:prstGeom prst="rect">
            <a:avLst/>
          </a:prstGeom>
        </p:spPr>
      </p:pic>
      <p:pic>
        <p:nvPicPr>
          <p:cNvPr id="17" name="Picture 16">
            <a:extLst>
              <a:ext uri="{FF2B5EF4-FFF2-40B4-BE49-F238E27FC236}">
                <a16:creationId xmlns:a16="http://schemas.microsoft.com/office/drawing/2014/main" id="{66BDA2A1-5F29-A7C0-C0B0-BF253367D002}"/>
              </a:ext>
            </a:extLst>
          </p:cNvPr>
          <p:cNvPicPr>
            <a:picLocks noChangeAspect="1"/>
          </p:cNvPicPr>
          <p:nvPr/>
        </p:nvPicPr>
        <p:blipFill>
          <a:blip r:embed="rId9"/>
          <a:stretch>
            <a:fillRect/>
          </a:stretch>
        </p:blipFill>
        <p:spPr>
          <a:xfrm>
            <a:off x="1034280" y="2579733"/>
            <a:ext cx="1779023" cy="1779023"/>
          </a:xfrm>
          <a:prstGeom prst="rect">
            <a:avLst/>
          </a:prstGeom>
        </p:spPr>
      </p:pic>
      <p:pic>
        <p:nvPicPr>
          <p:cNvPr id="18" name="Picture 17">
            <a:extLst>
              <a:ext uri="{FF2B5EF4-FFF2-40B4-BE49-F238E27FC236}">
                <a16:creationId xmlns:a16="http://schemas.microsoft.com/office/drawing/2014/main" id="{6EF99C25-0344-3C9E-01E8-97E3D4CCAAA8}"/>
              </a:ext>
            </a:extLst>
          </p:cNvPr>
          <p:cNvPicPr>
            <a:picLocks noChangeAspect="1"/>
          </p:cNvPicPr>
          <p:nvPr/>
        </p:nvPicPr>
        <p:blipFill>
          <a:blip r:embed="rId10"/>
          <a:stretch>
            <a:fillRect/>
          </a:stretch>
        </p:blipFill>
        <p:spPr>
          <a:xfrm>
            <a:off x="1296921" y="4948492"/>
            <a:ext cx="1253739" cy="1253739"/>
          </a:xfrm>
          <a:prstGeom prst="rect">
            <a:avLst/>
          </a:prstGeom>
        </p:spPr>
      </p:pic>
      <p:pic>
        <p:nvPicPr>
          <p:cNvPr id="19" name="Picture 18">
            <a:extLst>
              <a:ext uri="{FF2B5EF4-FFF2-40B4-BE49-F238E27FC236}">
                <a16:creationId xmlns:a16="http://schemas.microsoft.com/office/drawing/2014/main" id="{34694EB6-B439-9CA0-7D74-CA385CC09ABD}"/>
              </a:ext>
            </a:extLst>
          </p:cNvPr>
          <p:cNvPicPr>
            <a:picLocks noChangeAspect="1"/>
          </p:cNvPicPr>
          <p:nvPr/>
        </p:nvPicPr>
        <p:blipFill>
          <a:blip r:embed="rId11"/>
          <a:stretch>
            <a:fillRect/>
          </a:stretch>
        </p:blipFill>
        <p:spPr>
          <a:xfrm>
            <a:off x="1305838" y="6915434"/>
            <a:ext cx="1253740" cy="1253740"/>
          </a:xfrm>
          <a:prstGeom prst="rect">
            <a:avLst/>
          </a:prstGeom>
        </p:spPr>
      </p:pic>
      <p:pic>
        <p:nvPicPr>
          <p:cNvPr id="21" name="Picture 20">
            <a:extLst>
              <a:ext uri="{FF2B5EF4-FFF2-40B4-BE49-F238E27FC236}">
                <a16:creationId xmlns:a16="http://schemas.microsoft.com/office/drawing/2014/main" id="{9DB808AD-BA93-8AB9-DD62-0C51111D81D8}"/>
              </a:ext>
            </a:extLst>
          </p:cNvPr>
          <p:cNvPicPr>
            <a:picLocks noChangeAspect="1"/>
          </p:cNvPicPr>
          <p:nvPr/>
        </p:nvPicPr>
        <p:blipFill>
          <a:blip r:embed="rId12"/>
          <a:stretch>
            <a:fillRect/>
          </a:stretch>
        </p:blipFill>
        <p:spPr>
          <a:xfrm>
            <a:off x="1396446" y="9308600"/>
            <a:ext cx="1072523" cy="1072523"/>
          </a:xfrm>
          <a:prstGeom prst="rect">
            <a:avLst/>
          </a:prstGeom>
        </p:spPr>
      </p:pic>
      <p:pic>
        <p:nvPicPr>
          <p:cNvPr id="24" name="Picture 23">
            <a:extLst>
              <a:ext uri="{FF2B5EF4-FFF2-40B4-BE49-F238E27FC236}">
                <a16:creationId xmlns:a16="http://schemas.microsoft.com/office/drawing/2014/main" id="{5CC4F292-FD77-648A-58DB-6714D96643B2}"/>
              </a:ext>
            </a:extLst>
          </p:cNvPr>
          <p:cNvPicPr>
            <a:picLocks noChangeAspect="1"/>
          </p:cNvPicPr>
          <p:nvPr/>
        </p:nvPicPr>
        <p:blipFill>
          <a:blip r:embed="rId13"/>
          <a:stretch>
            <a:fillRect/>
          </a:stretch>
        </p:blipFill>
        <p:spPr>
          <a:xfrm>
            <a:off x="1192584" y="10443000"/>
            <a:ext cx="1368545" cy="1368545"/>
          </a:xfrm>
          <a:prstGeom prst="rect">
            <a:avLst/>
          </a:prstGeom>
        </p:spPr>
      </p:pic>
      <p:pic>
        <p:nvPicPr>
          <p:cNvPr id="25" name="Picture 24">
            <a:extLst>
              <a:ext uri="{FF2B5EF4-FFF2-40B4-BE49-F238E27FC236}">
                <a16:creationId xmlns:a16="http://schemas.microsoft.com/office/drawing/2014/main" id="{16FA81F3-F128-9EFD-1A6F-6F534834129B}"/>
              </a:ext>
            </a:extLst>
          </p:cNvPr>
          <p:cNvPicPr>
            <a:picLocks noChangeAspect="1"/>
          </p:cNvPicPr>
          <p:nvPr/>
        </p:nvPicPr>
        <p:blipFill>
          <a:blip r:embed="rId14"/>
          <a:stretch>
            <a:fillRect/>
          </a:stretch>
        </p:blipFill>
        <p:spPr>
          <a:xfrm>
            <a:off x="1421724" y="11859007"/>
            <a:ext cx="1021965" cy="1021965"/>
          </a:xfrm>
          <a:prstGeom prst="rect">
            <a:avLst/>
          </a:prstGeom>
        </p:spPr>
      </p:pic>
      <p:pic>
        <p:nvPicPr>
          <p:cNvPr id="29" name="Picture 28">
            <a:extLst>
              <a:ext uri="{FF2B5EF4-FFF2-40B4-BE49-F238E27FC236}">
                <a16:creationId xmlns:a16="http://schemas.microsoft.com/office/drawing/2014/main" id="{44CB12F0-6169-064F-A00E-9D4476D4F880}"/>
              </a:ext>
            </a:extLst>
          </p:cNvPr>
          <p:cNvPicPr>
            <a:picLocks noChangeAspect="1"/>
          </p:cNvPicPr>
          <p:nvPr/>
        </p:nvPicPr>
        <p:blipFill>
          <a:blip r:embed="rId15"/>
          <a:stretch>
            <a:fillRect/>
          </a:stretch>
        </p:blipFill>
        <p:spPr>
          <a:xfrm>
            <a:off x="12336068" y="7596841"/>
            <a:ext cx="945950" cy="945950"/>
          </a:xfrm>
          <a:prstGeom prst="rect">
            <a:avLst/>
          </a:prstGeom>
        </p:spPr>
      </p:pic>
      <p:pic>
        <p:nvPicPr>
          <p:cNvPr id="30" name="Picture 29">
            <a:extLst>
              <a:ext uri="{FF2B5EF4-FFF2-40B4-BE49-F238E27FC236}">
                <a16:creationId xmlns:a16="http://schemas.microsoft.com/office/drawing/2014/main" id="{7C7CFEE2-1AE1-FACB-3E8A-25F02B233C99}"/>
              </a:ext>
            </a:extLst>
          </p:cNvPr>
          <p:cNvPicPr>
            <a:picLocks noChangeAspect="1"/>
          </p:cNvPicPr>
          <p:nvPr/>
        </p:nvPicPr>
        <p:blipFill>
          <a:blip r:embed="rId16"/>
          <a:stretch>
            <a:fillRect/>
          </a:stretch>
        </p:blipFill>
        <p:spPr>
          <a:xfrm>
            <a:off x="12430241" y="5683913"/>
            <a:ext cx="1087622" cy="1087622"/>
          </a:xfrm>
          <a:prstGeom prst="rect">
            <a:avLst/>
          </a:prstGeom>
        </p:spPr>
      </p:pic>
      <p:pic>
        <p:nvPicPr>
          <p:cNvPr id="32" name="Picture 31">
            <a:extLst>
              <a:ext uri="{FF2B5EF4-FFF2-40B4-BE49-F238E27FC236}">
                <a16:creationId xmlns:a16="http://schemas.microsoft.com/office/drawing/2014/main" id="{96A4506D-45A5-A714-24E1-F45BB9D26F7B}"/>
              </a:ext>
            </a:extLst>
          </p:cNvPr>
          <p:cNvPicPr>
            <a:picLocks noChangeAspect="1"/>
          </p:cNvPicPr>
          <p:nvPr/>
        </p:nvPicPr>
        <p:blipFill>
          <a:blip r:embed="rId17">
            <a:extLst>
              <a:ext uri="{28A0092B-C50C-407E-A947-70E740481C1C}">
                <a14:useLocalDpi xmlns:a14="http://schemas.microsoft.com/office/drawing/2010/main" val="0"/>
              </a:ext>
            </a:extLst>
          </a:blip>
          <a:srcRect l="6424" t="-7692" r="216"/>
          <a:stretch/>
        </p:blipFill>
        <p:spPr>
          <a:xfrm>
            <a:off x="13455041" y="5987671"/>
            <a:ext cx="10188804" cy="357014"/>
          </a:xfrm>
          <a:prstGeom prst="rect">
            <a:avLst/>
          </a:prstGeom>
        </p:spPr>
      </p:pic>
    </p:spTree>
    <p:extLst>
      <p:ext uri="{BB962C8B-B14F-4D97-AF65-F5344CB8AC3E}">
        <p14:creationId xmlns:p14="http://schemas.microsoft.com/office/powerpoint/2010/main" val="1422418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40C4E-4396-0F28-5699-21BA9AFF53C9}"/>
              </a:ext>
            </a:extLst>
          </p:cNvPr>
          <p:cNvSpPr>
            <a:spLocks noGrp="1"/>
          </p:cNvSpPr>
          <p:nvPr>
            <p:ph type="title"/>
          </p:nvPr>
        </p:nvSpPr>
        <p:spPr>
          <a:xfrm>
            <a:off x="755151" y="1442041"/>
            <a:ext cx="21936075" cy="1371600"/>
          </a:xfrm>
        </p:spPr>
        <p:txBody>
          <a:bodyPr/>
          <a:lstStyle/>
          <a:p>
            <a:r>
              <a:rPr lang="en-US">
                <a:latin typeface="Inter"/>
                <a:cs typeface="Poppins SemiBold"/>
              </a:rPr>
              <a:t>Beta Calculated Through Excel</a:t>
            </a:r>
            <a:endParaRPr lang="en-US"/>
          </a:p>
        </p:txBody>
      </p:sp>
      <p:sp>
        <p:nvSpPr>
          <p:cNvPr id="3" name="Content Placeholder 2">
            <a:extLst>
              <a:ext uri="{FF2B5EF4-FFF2-40B4-BE49-F238E27FC236}">
                <a16:creationId xmlns:a16="http://schemas.microsoft.com/office/drawing/2014/main" id="{B459024D-4E10-F5C5-8178-BBD9C3E290C0}"/>
              </a:ext>
            </a:extLst>
          </p:cNvPr>
          <p:cNvSpPr>
            <a:spLocks noGrp="1"/>
          </p:cNvSpPr>
          <p:nvPr>
            <p:ph idx="1"/>
          </p:nvPr>
        </p:nvSpPr>
        <p:spPr>
          <a:xfrm>
            <a:off x="748826" y="3389544"/>
            <a:ext cx="22481241" cy="9133014"/>
          </a:xfrm>
        </p:spPr>
        <p:txBody>
          <a:bodyPr vert="horz" lIns="91440" tIns="45720" rIns="91440" bIns="45720" rtlCol="0" anchor="t">
            <a:normAutofit/>
          </a:bodyPr>
          <a:lstStyle/>
          <a:p>
            <a:pPr marL="0" indent="0">
              <a:buNone/>
            </a:pPr>
            <a:r>
              <a:rPr lang="en-US" b="1">
                <a:solidFill>
                  <a:schemeClr val="tx1"/>
                </a:solidFill>
                <a:latin typeface="Inter"/>
                <a:cs typeface="Poppins"/>
              </a:rPr>
              <a:t>Nvidia (NVDA): </a:t>
            </a:r>
            <a:r>
              <a:rPr lang="en-US">
                <a:solidFill>
                  <a:schemeClr val="tx1"/>
                </a:solidFill>
                <a:latin typeface="Inter"/>
                <a:cs typeface="Poppins"/>
              </a:rPr>
              <a:t>1.863</a:t>
            </a:r>
          </a:p>
          <a:p>
            <a:pPr marL="0" indent="0">
              <a:buNone/>
            </a:pPr>
            <a:r>
              <a:rPr lang="en-US" b="1">
                <a:solidFill>
                  <a:schemeClr val="tx1"/>
                </a:solidFill>
                <a:latin typeface="Inter"/>
                <a:cs typeface="Poppins"/>
              </a:rPr>
              <a:t>Palantir (PLTR): </a:t>
            </a:r>
            <a:r>
              <a:rPr lang="en-US">
                <a:solidFill>
                  <a:schemeClr val="tx1"/>
                </a:solidFill>
                <a:latin typeface="Inter"/>
                <a:cs typeface="Poppins"/>
              </a:rPr>
              <a:t>1.710</a:t>
            </a:r>
          </a:p>
          <a:p>
            <a:pPr marL="0" indent="0">
              <a:buNone/>
            </a:pPr>
            <a:r>
              <a:rPr lang="en-US" b="1">
                <a:solidFill>
                  <a:schemeClr val="tx1"/>
                </a:solidFill>
                <a:latin typeface="Inter"/>
                <a:cs typeface="Poppins"/>
              </a:rPr>
              <a:t>Taiwan Semiconductor Manufacturing (TSM): </a:t>
            </a:r>
            <a:r>
              <a:rPr lang="en-US">
                <a:solidFill>
                  <a:schemeClr val="tx1"/>
                </a:solidFill>
                <a:latin typeface="Inter"/>
                <a:cs typeface="Poppins"/>
              </a:rPr>
              <a:t>1.329</a:t>
            </a:r>
          </a:p>
          <a:p>
            <a:pPr marL="0" indent="0">
              <a:buNone/>
            </a:pPr>
            <a:r>
              <a:rPr lang="en-US" b="1">
                <a:solidFill>
                  <a:schemeClr val="tx1"/>
                </a:solidFill>
                <a:latin typeface="Inter"/>
                <a:cs typeface="Poppins"/>
              </a:rPr>
              <a:t>Google (GOOG): </a:t>
            </a:r>
            <a:r>
              <a:rPr lang="en-US">
                <a:solidFill>
                  <a:schemeClr val="tx1"/>
                </a:solidFill>
                <a:latin typeface="Inter"/>
                <a:cs typeface="Poppins"/>
              </a:rPr>
              <a:t>0.882</a:t>
            </a:r>
          </a:p>
          <a:p>
            <a:pPr marL="0" indent="0">
              <a:buNone/>
            </a:pPr>
            <a:r>
              <a:rPr lang="en-US" b="1">
                <a:solidFill>
                  <a:schemeClr val="tx1"/>
                </a:solidFill>
                <a:latin typeface="Inter"/>
                <a:cs typeface="Poppins"/>
              </a:rPr>
              <a:t>Microsoft (MSFT): </a:t>
            </a:r>
            <a:r>
              <a:rPr lang="en-US">
                <a:solidFill>
                  <a:schemeClr val="tx1"/>
                </a:solidFill>
                <a:latin typeface="Inter"/>
                <a:cs typeface="Poppins"/>
              </a:rPr>
              <a:t>0.788</a:t>
            </a:r>
          </a:p>
          <a:p>
            <a:endParaRPr lang="en-US"/>
          </a:p>
        </p:txBody>
      </p:sp>
      <p:sp>
        <p:nvSpPr>
          <p:cNvPr id="4" name="Text Placeholder 3">
            <a:extLst>
              <a:ext uri="{FF2B5EF4-FFF2-40B4-BE49-F238E27FC236}">
                <a16:creationId xmlns:a16="http://schemas.microsoft.com/office/drawing/2014/main" id="{052BBF47-4639-0A62-6009-AFAD5F88287A}"/>
              </a:ext>
            </a:extLst>
          </p:cNvPr>
          <p:cNvSpPr>
            <a:spLocks noGrp="1"/>
          </p:cNvSpPr>
          <p:nvPr>
            <p:ph type="body" sz="quarter" idx="13"/>
          </p:nvPr>
        </p:nvSpPr>
        <p:spPr>
          <a:xfrm>
            <a:off x="755151" y="984840"/>
            <a:ext cx="6741459" cy="457200"/>
          </a:xfrm>
        </p:spPr>
        <p:txBody>
          <a:bodyPr/>
          <a:lstStyle/>
          <a:p>
            <a:r>
              <a:rPr lang="en-US"/>
              <a:t>BETA OF AI TECH STOCKS</a:t>
            </a:r>
          </a:p>
        </p:txBody>
      </p:sp>
      <p:sp>
        <p:nvSpPr>
          <p:cNvPr id="5" name="Slide Number Placeholder 4">
            <a:extLst>
              <a:ext uri="{FF2B5EF4-FFF2-40B4-BE49-F238E27FC236}">
                <a16:creationId xmlns:a16="http://schemas.microsoft.com/office/drawing/2014/main" id="{2F651E3A-92C8-D8FD-451A-533254BA1BED}"/>
              </a:ext>
            </a:extLst>
          </p:cNvPr>
          <p:cNvSpPr>
            <a:spLocks noGrp="1"/>
          </p:cNvSpPr>
          <p:nvPr>
            <p:ph type="sldNum" sz="quarter" idx="2"/>
          </p:nvPr>
        </p:nvSpPr>
        <p:spPr/>
        <p:txBody>
          <a:bodyPr/>
          <a:lstStyle/>
          <a:p>
            <a:fld id="{86CB4B4D-7CA3-9044-876B-883B54F8677D}" type="slidenum">
              <a:rPr lang="en-US" smtClean="0"/>
              <a:pPr/>
              <a:t>7</a:t>
            </a:fld>
            <a:endParaRPr lang="en-US"/>
          </a:p>
        </p:txBody>
      </p:sp>
      <p:sp>
        <p:nvSpPr>
          <p:cNvPr id="6" name="TextBox 5">
            <a:extLst>
              <a:ext uri="{FF2B5EF4-FFF2-40B4-BE49-F238E27FC236}">
                <a16:creationId xmlns:a16="http://schemas.microsoft.com/office/drawing/2014/main" id="{1117B20C-CCB6-8454-6C29-A9AF6C7BD1EE}"/>
              </a:ext>
            </a:extLst>
          </p:cNvPr>
          <p:cNvSpPr txBox="1"/>
          <p:nvPr/>
        </p:nvSpPr>
        <p:spPr>
          <a:xfrm>
            <a:off x="13352063" y="7367555"/>
            <a:ext cx="9801426"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a:p>
            <a:pPr marL="457200" indent="-457200" algn="l">
              <a:buAutoNum type="arabicPeriod"/>
            </a:pPr>
            <a:r>
              <a:rPr lang="en-US">
                <a:solidFill>
                  <a:schemeClr val="tx1"/>
                </a:solidFill>
              </a:rPr>
              <a:t>Found the simple returns for all the tech stocks.</a:t>
            </a:r>
          </a:p>
          <a:p>
            <a:pPr marL="457200" indent="-457200" algn="l">
              <a:buAutoNum type="arabicPeriod"/>
            </a:pPr>
            <a:endParaRPr lang="en-US">
              <a:solidFill>
                <a:schemeClr val="tx1"/>
              </a:solidFill>
            </a:endParaRPr>
          </a:p>
          <a:p>
            <a:pPr marL="457200" indent="-457200" algn="l">
              <a:buAutoNum type="arabicPeriod"/>
            </a:pPr>
            <a:r>
              <a:rPr lang="en-US">
                <a:solidFill>
                  <a:schemeClr val="tx1"/>
                </a:solidFill>
              </a:rPr>
              <a:t>Gather the simple returns for the index.</a:t>
            </a:r>
          </a:p>
          <a:p>
            <a:pPr marL="457200" indent="-457200" algn="l">
              <a:buAutoNum type="arabicPeriod"/>
            </a:pPr>
            <a:endParaRPr lang="en-US">
              <a:solidFill>
                <a:schemeClr val="tx1"/>
              </a:solidFill>
            </a:endParaRPr>
          </a:p>
          <a:p>
            <a:pPr marL="457200" indent="-457200" algn="l">
              <a:buAutoNum type="arabicPeriod"/>
            </a:pPr>
            <a:r>
              <a:rPr lang="en-US">
                <a:solidFill>
                  <a:schemeClr val="tx1"/>
                </a:solidFill>
              </a:rPr>
              <a:t>Calculate the variances or all the tech stocks, by utilizing the simple returns of the tech stocks.</a:t>
            </a:r>
          </a:p>
          <a:p>
            <a:pPr marL="457200" indent="-457200" algn="l">
              <a:buAutoNum type="arabicPeriod"/>
            </a:pPr>
            <a:endParaRPr lang="en-US">
              <a:solidFill>
                <a:schemeClr val="tx1"/>
              </a:solidFill>
            </a:endParaRPr>
          </a:p>
          <a:p>
            <a:pPr marL="457200" indent="-457200" algn="l">
              <a:buAutoNum type="arabicPeriod"/>
            </a:pPr>
            <a:r>
              <a:rPr lang="en-US">
                <a:solidFill>
                  <a:schemeClr val="tx1"/>
                </a:solidFill>
              </a:rPr>
              <a:t>Repeat but for the variance of the index through the utilization of the simple returns of the index.</a:t>
            </a:r>
          </a:p>
          <a:p>
            <a:pPr marL="457200" indent="-457200" algn="l">
              <a:buAutoNum type="arabicPeriod"/>
            </a:pPr>
            <a:endParaRPr lang="en-US">
              <a:solidFill>
                <a:schemeClr val="tx1"/>
              </a:solidFill>
            </a:endParaRPr>
          </a:p>
          <a:p>
            <a:pPr marL="457200" indent="-457200" algn="l">
              <a:buAutoNum type="arabicPeriod"/>
            </a:pPr>
            <a:r>
              <a:rPr lang="en-US">
                <a:solidFill>
                  <a:schemeClr val="tx1"/>
                </a:solidFill>
              </a:rPr>
              <a:t>Used the variance returns of the index, and the simple returns of the index to find the covariance.</a:t>
            </a:r>
          </a:p>
          <a:p>
            <a:pPr marL="457200" indent="-457200" algn="l">
              <a:buAutoNum type="arabicPeriod"/>
            </a:pPr>
            <a:endParaRPr lang="en-US">
              <a:solidFill>
                <a:schemeClr val="tx1"/>
              </a:solidFill>
            </a:endParaRPr>
          </a:p>
          <a:p>
            <a:pPr marL="457200" indent="-457200" algn="l">
              <a:buAutoNum type="arabicPeriod"/>
            </a:pPr>
            <a:r>
              <a:rPr lang="en-US">
                <a:solidFill>
                  <a:schemeClr val="tx1"/>
                </a:solidFill>
              </a:rPr>
              <a:t>utilized the covariance and the variance of the index to find the betas.</a:t>
            </a:r>
          </a:p>
        </p:txBody>
      </p:sp>
      <p:pic>
        <p:nvPicPr>
          <p:cNvPr id="10" name="Picture 9" descr="A graph of pink squares&#10;&#10;AI-generated content may be incorrect.">
            <a:extLst>
              <a:ext uri="{FF2B5EF4-FFF2-40B4-BE49-F238E27FC236}">
                <a16:creationId xmlns:a16="http://schemas.microsoft.com/office/drawing/2014/main" id="{A0185114-A37D-C855-8F8A-53308DD1BC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01480" y="82938"/>
            <a:ext cx="12111476" cy="6996665"/>
          </a:xfrm>
          <a:prstGeom prst="rect">
            <a:avLst/>
          </a:prstGeom>
        </p:spPr>
      </p:pic>
      <p:pic>
        <p:nvPicPr>
          <p:cNvPr id="14" name="Picture 13">
            <a:hlinkClick r:id="rId4"/>
            <a:extLst>
              <a:ext uri="{FF2B5EF4-FFF2-40B4-BE49-F238E27FC236}">
                <a16:creationId xmlns:a16="http://schemas.microsoft.com/office/drawing/2014/main" id="{A1828716-5E47-440A-3C9D-C9714616EE25}"/>
              </a:ext>
            </a:extLst>
          </p:cNvPr>
          <p:cNvPicPr>
            <a:picLocks noChangeAspect="1"/>
          </p:cNvPicPr>
          <p:nvPr/>
        </p:nvPicPr>
        <p:blipFill>
          <a:blip r:embed="rId5"/>
          <a:stretch>
            <a:fillRect/>
          </a:stretch>
        </p:blipFill>
        <p:spPr>
          <a:xfrm>
            <a:off x="748826" y="7777179"/>
            <a:ext cx="11399423" cy="5240430"/>
          </a:xfrm>
          <a:prstGeom prst="rect">
            <a:avLst/>
          </a:prstGeom>
        </p:spPr>
      </p:pic>
      <p:sp>
        <p:nvSpPr>
          <p:cNvPr id="9" name="Rectangle 8">
            <a:extLst>
              <a:ext uri="{FF2B5EF4-FFF2-40B4-BE49-F238E27FC236}">
                <a16:creationId xmlns:a16="http://schemas.microsoft.com/office/drawing/2014/main" id="{30CF2952-416B-1B66-A5DA-FA4529208B5E}"/>
              </a:ext>
            </a:extLst>
          </p:cNvPr>
          <p:cNvSpPr/>
          <p:nvPr/>
        </p:nvSpPr>
        <p:spPr>
          <a:xfrm>
            <a:off x="748826" y="2813534"/>
            <a:ext cx="11399423"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Our Calculations</a:t>
            </a:r>
          </a:p>
        </p:txBody>
      </p:sp>
      <p:sp>
        <p:nvSpPr>
          <p:cNvPr id="12" name="Rectangle 11">
            <a:extLst>
              <a:ext uri="{FF2B5EF4-FFF2-40B4-BE49-F238E27FC236}">
                <a16:creationId xmlns:a16="http://schemas.microsoft.com/office/drawing/2014/main" id="{9B24EC75-B2E6-0D0B-F2B8-C12B2782261A}"/>
              </a:ext>
            </a:extLst>
          </p:cNvPr>
          <p:cNvSpPr/>
          <p:nvPr/>
        </p:nvSpPr>
        <p:spPr>
          <a:xfrm>
            <a:off x="12698892" y="7120295"/>
            <a:ext cx="11133533"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Calculation Process</a:t>
            </a:r>
          </a:p>
        </p:txBody>
      </p:sp>
    </p:spTree>
    <p:extLst>
      <p:ext uri="{BB962C8B-B14F-4D97-AF65-F5344CB8AC3E}">
        <p14:creationId xmlns:p14="http://schemas.microsoft.com/office/powerpoint/2010/main" val="2204278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D73F701-44CC-6528-E174-077FF0D95420}"/>
              </a:ext>
            </a:extLst>
          </p:cNvPr>
          <p:cNvSpPr>
            <a:spLocks noGrp="1"/>
          </p:cNvSpPr>
          <p:nvPr>
            <p:ph type="body" sz="quarter" idx="13"/>
          </p:nvPr>
        </p:nvSpPr>
        <p:spPr/>
        <p:txBody>
          <a:bodyPr/>
          <a:lstStyle/>
          <a:p>
            <a:r>
              <a:rPr lang="en-US"/>
              <a:t>BETA OF AI TECH STOCKS</a:t>
            </a:r>
          </a:p>
        </p:txBody>
      </p:sp>
      <p:sp>
        <p:nvSpPr>
          <p:cNvPr id="5" name="Slide Number Placeholder 4">
            <a:extLst>
              <a:ext uri="{FF2B5EF4-FFF2-40B4-BE49-F238E27FC236}">
                <a16:creationId xmlns:a16="http://schemas.microsoft.com/office/drawing/2014/main" id="{ACF3C651-71CB-7FF8-D6AA-2C113C37571C}"/>
              </a:ext>
            </a:extLst>
          </p:cNvPr>
          <p:cNvSpPr>
            <a:spLocks noGrp="1"/>
          </p:cNvSpPr>
          <p:nvPr>
            <p:ph type="sldNum" sz="quarter" idx="14"/>
          </p:nvPr>
        </p:nvSpPr>
        <p:spPr/>
        <p:txBody>
          <a:bodyPr/>
          <a:lstStyle/>
          <a:p>
            <a:fld id="{86CB4B4D-7CA3-9044-876B-883B54F8677D}" type="slidenum">
              <a:rPr lang="en-US" smtClean="0"/>
              <a:pPr/>
              <a:t>8</a:t>
            </a:fld>
            <a:endParaRPr lang="en-US"/>
          </a:p>
        </p:txBody>
      </p:sp>
      <p:sp>
        <p:nvSpPr>
          <p:cNvPr id="6" name="Title 5">
            <a:extLst>
              <a:ext uri="{FF2B5EF4-FFF2-40B4-BE49-F238E27FC236}">
                <a16:creationId xmlns:a16="http://schemas.microsoft.com/office/drawing/2014/main" id="{18AFB53F-FA9C-C2A2-014E-709D2272E7C6}"/>
              </a:ext>
            </a:extLst>
          </p:cNvPr>
          <p:cNvSpPr>
            <a:spLocks noGrp="1"/>
          </p:cNvSpPr>
          <p:nvPr>
            <p:ph type="title"/>
          </p:nvPr>
        </p:nvSpPr>
        <p:spPr>
          <a:xfrm>
            <a:off x="914399" y="930157"/>
            <a:ext cx="21031201" cy="1371600"/>
          </a:xfrm>
        </p:spPr>
        <p:txBody>
          <a:bodyPr/>
          <a:lstStyle/>
          <a:p>
            <a:r>
              <a:rPr lang="en-US">
                <a:latin typeface="Inter"/>
                <a:cs typeface="Poppins SemiBold"/>
              </a:rPr>
              <a:t>Beta Calculated Through Python</a:t>
            </a:r>
          </a:p>
        </p:txBody>
      </p:sp>
      <p:pic>
        <p:nvPicPr>
          <p:cNvPr id="7" name="Picture 6">
            <a:hlinkClick r:id="rId2"/>
            <a:extLst>
              <a:ext uri="{FF2B5EF4-FFF2-40B4-BE49-F238E27FC236}">
                <a16:creationId xmlns:a16="http://schemas.microsoft.com/office/drawing/2014/main" id="{D027E0FE-0C84-E098-0B7E-381BBEA527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3596295"/>
            <a:ext cx="11766751" cy="8186657"/>
          </a:xfrm>
          <a:prstGeom prst="rect">
            <a:avLst/>
          </a:prstGeom>
        </p:spPr>
      </p:pic>
      <p:pic>
        <p:nvPicPr>
          <p:cNvPr id="8" name="Content Placeholder 2">
            <a:hlinkClick r:id="rId2"/>
            <a:extLst>
              <a:ext uri="{FF2B5EF4-FFF2-40B4-BE49-F238E27FC236}">
                <a16:creationId xmlns:a16="http://schemas.microsoft.com/office/drawing/2014/main" id="{3108D383-E240-B4A2-2027-12A3CFF9861B}"/>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11907473" y="3611906"/>
            <a:ext cx="11549838" cy="8199534"/>
          </a:xfrm>
        </p:spPr>
      </p:pic>
      <p:sp>
        <p:nvSpPr>
          <p:cNvPr id="11" name="Rectangle 10">
            <a:extLst>
              <a:ext uri="{FF2B5EF4-FFF2-40B4-BE49-F238E27FC236}">
                <a16:creationId xmlns:a16="http://schemas.microsoft.com/office/drawing/2014/main" id="{9CAAE0BA-D9D0-9857-30D9-2E30E1628347}"/>
              </a:ext>
            </a:extLst>
          </p:cNvPr>
          <p:cNvSpPr/>
          <p:nvPr/>
        </p:nvSpPr>
        <p:spPr>
          <a:xfrm>
            <a:off x="914399" y="2301757"/>
            <a:ext cx="22555202" cy="556196"/>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Python Calculations</a:t>
            </a:r>
          </a:p>
        </p:txBody>
      </p:sp>
    </p:spTree>
    <p:extLst>
      <p:ext uri="{BB962C8B-B14F-4D97-AF65-F5344CB8AC3E}">
        <p14:creationId xmlns:p14="http://schemas.microsoft.com/office/powerpoint/2010/main" val="2290687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E2FDE-EDE8-B01C-E35E-F33ECAFDF681}"/>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99787CC-4E26-2594-4CD5-366021E15447}"/>
              </a:ext>
            </a:extLst>
          </p:cNvPr>
          <p:cNvSpPr>
            <a:spLocks noGrp="1"/>
          </p:cNvSpPr>
          <p:nvPr>
            <p:ph type="body" sz="quarter" idx="13"/>
          </p:nvPr>
        </p:nvSpPr>
        <p:spPr/>
        <p:txBody>
          <a:bodyPr/>
          <a:lstStyle/>
          <a:p>
            <a:r>
              <a:rPr lang="en-US"/>
              <a:t>BETA OF AI TECH STOCKS</a:t>
            </a:r>
          </a:p>
        </p:txBody>
      </p:sp>
      <p:sp>
        <p:nvSpPr>
          <p:cNvPr id="5" name="Slide Number Placeholder 4">
            <a:extLst>
              <a:ext uri="{FF2B5EF4-FFF2-40B4-BE49-F238E27FC236}">
                <a16:creationId xmlns:a16="http://schemas.microsoft.com/office/drawing/2014/main" id="{8FF346BD-05F2-26FD-67AC-093ABA6FE4C9}"/>
              </a:ext>
            </a:extLst>
          </p:cNvPr>
          <p:cNvSpPr>
            <a:spLocks noGrp="1"/>
          </p:cNvSpPr>
          <p:nvPr>
            <p:ph type="sldNum" sz="quarter" idx="14"/>
          </p:nvPr>
        </p:nvSpPr>
        <p:spPr/>
        <p:txBody>
          <a:bodyPr/>
          <a:lstStyle/>
          <a:p>
            <a:fld id="{86CB4B4D-7CA3-9044-876B-883B54F8677D}" type="slidenum">
              <a:rPr lang="en-US" smtClean="0"/>
              <a:pPr/>
              <a:t>9</a:t>
            </a:fld>
            <a:endParaRPr lang="en-US"/>
          </a:p>
        </p:txBody>
      </p:sp>
      <p:sp>
        <p:nvSpPr>
          <p:cNvPr id="6" name="Title 5">
            <a:extLst>
              <a:ext uri="{FF2B5EF4-FFF2-40B4-BE49-F238E27FC236}">
                <a16:creationId xmlns:a16="http://schemas.microsoft.com/office/drawing/2014/main" id="{61B962E8-A1ED-D9C1-74CF-79FE55DF6F66}"/>
              </a:ext>
            </a:extLst>
          </p:cNvPr>
          <p:cNvSpPr>
            <a:spLocks noGrp="1"/>
          </p:cNvSpPr>
          <p:nvPr>
            <p:ph type="title"/>
          </p:nvPr>
        </p:nvSpPr>
        <p:spPr>
          <a:xfrm>
            <a:off x="908074" y="914400"/>
            <a:ext cx="21031201" cy="1371600"/>
          </a:xfrm>
        </p:spPr>
        <p:txBody>
          <a:bodyPr/>
          <a:lstStyle/>
          <a:p>
            <a:r>
              <a:rPr lang="en-US">
                <a:latin typeface="Inter"/>
                <a:cs typeface="Poppins SemiBold"/>
              </a:rPr>
              <a:t>Beta Forecasting with ARIMA</a:t>
            </a:r>
          </a:p>
        </p:txBody>
      </p:sp>
      <p:sp>
        <p:nvSpPr>
          <p:cNvPr id="11" name="Rectangle 10">
            <a:extLst>
              <a:ext uri="{FF2B5EF4-FFF2-40B4-BE49-F238E27FC236}">
                <a16:creationId xmlns:a16="http://schemas.microsoft.com/office/drawing/2014/main" id="{0DB8A0AC-CAF6-C9A1-32B1-E755391BFEC3}"/>
              </a:ext>
            </a:extLst>
          </p:cNvPr>
          <p:cNvSpPr/>
          <p:nvPr/>
        </p:nvSpPr>
        <p:spPr>
          <a:xfrm>
            <a:off x="908074" y="2253421"/>
            <a:ext cx="21182999"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ARIMA Model To Predict Beta</a:t>
            </a:r>
          </a:p>
        </p:txBody>
      </p:sp>
      <p:pic>
        <p:nvPicPr>
          <p:cNvPr id="2" name="Picture 1">
            <a:extLst>
              <a:ext uri="{FF2B5EF4-FFF2-40B4-BE49-F238E27FC236}">
                <a16:creationId xmlns:a16="http://schemas.microsoft.com/office/drawing/2014/main" id="{CBC7F6B8-9489-BB24-1E48-3E38E84D75F9}"/>
              </a:ext>
            </a:extLst>
          </p:cNvPr>
          <p:cNvPicPr>
            <a:picLocks noChangeAspect="1"/>
          </p:cNvPicPr>
          <p:nvPr/>
        </p:nvPicPr>
        <p:blipFill>
          <a:blip r:embed="rId2"/>
          <a:stretch>
            <a:fillRect/>
          </a:stretch>
        </p:blipFill>
        <p:spPr>
          <a:xfrm>
            <a:off x="2927106" y="2853824"/>
            <a:ext cx="17945016" cy="10847295"/>
          </a:xfrm>
          <a:prstGeom prst="rect">
            <a:avLst/>
          </a:prstGeom>
        </p:spPr>
      </p:pic>
    </p:spTree>
    <p:extLst>
      <p:ext uri="{BB962C8B-B14F-4D97-AF65-F5344CB8AC3E}">
        <p14:creationId xmlns:p14="http://schemas.microsoft.com/office/powerpoint/2010/main" val="1129092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60A0B70-A009-7213-459A-4ECAD848FCDA}"/>
              </a:ext>
            </a:extLst>
          </p:cNvPr>
          <p:cNvSpPr>
            <a:spLocks noGrp="1"/>
          </p:cNvSpPr>
          <p:nvPr>
            <p:ph type="body" sz="quarter" idx="13"/>
          </p:nvPr>
        </p:nvSpPr>
        <p:spPr/>
        <p:txBody>
          <a:bodyPr/>
          <a:lstStyle/>
          <a:p>
            <a:r>
              <a:rPr lang="en-US"/>
              <a:t>BETA OF AI TECH STOCKS</a:t>
            </a:r>
          </a:p>
        </p:txBody>
      </p:sp>
      <p:sp>
        <p:nvSpPr>
          <p:cNvPr id="5" name="Slide Number Placeholder 4">
            <a:extLst>
              <a:ext uri="{FF2B5EF4-FFF2-40B4-BE49-F238E27FC236}">
                <a16:creationId xmlns:a16="http://schemas.microsoft.com/office/drawing/2014/main" id="{96F5D29B-FAF8-6446-6738-4CAD6B23007F}"/>
              </a:ext>
            </a:extLst>
          </p:cNvPr>
          <p:cNvSpPr>
            <a:spLocks noGrp="1"/>
          </p:cNvSpPr>
          <p:nvPr>
            <p:ph type="sldNum" sz="quarter" idx="2"/>
          </p:nvPr>
        </p:nvSpPr>
        <p:spPr>
          <a:xfrm>
            <a:off x="11869819" y="12864743"/>
            <a:ext cx="631660" cy="409277"/>
          </a:xfrm>
        </p:spPr>
        <p:txBody>
          <a:bodyPr/>
          <a:lstStyle/>
          <a:p>
            <a:fld id="{86CB4B4D-7CA3-9044-876B-883B54F8677D}" type="slidenum">
              <a:rPr lang="en-US" smtClean="0"/>
              <a:pPr/>
              <a:t>10</a:t>
            </a:fld>
            <a:endParaRPr lang="en-US"/>
          </a:p>
        </p:txBody>
      </p:sp>
      <p:sp>
        <p:nvSpPr>
          <p:cNvPr id="6" name="Title 1">
            <a:extLst>
              <a:ext uri="{FF2B5EF4-FFF2-40B4-BE49-F238E27FC236}">
                <a16:creationId xmlns:a16="http://schemas.microsoft.com/office/drawing/2014/main" id="{D2DED2EA-030F-CF86-2952-62E7B98E279D}"/>
              </a:ext>
            </a:extLst>
          </p:cNvPr>
          <p:cNvSpPr>
            <a:spLocks noGrp="1"/>
          </p:cNvSpPr>
          <p:nvPr>
            <p:ph type="title"/>
          </p:nvPr>
        </p:nvSpPr>
        <p:spPr>
          <a:xfrm>
            <a:off x="914397" y="855759"/>
            <a:ext cx="21031201" cy="1371600"/>
          </a:xfrm>
        </p:spPr>
        <p:txBody>
          <a:bodyPr>
            <a:normAutofit/>
          </a:bodyPr>
          <a:lstStyle/>
          <a:p>
            <a:r>
              <a:rPr lang="en-US">
                <a:latin typeface="Inter"/>
                <a:cs typeface="Poppins"/>
              </a:rPr>
              <a:t>Beta – In Action</a:t>
            </a:r>
          </a:p>
        </p:txBody>
      </p:sp>
      <p:sp>
        <p:nvSpPr>
          <p:cNvPr id="7" name="Rectangle 6">
            <a:extLst>
              <a:ext uri="{FF2B5EF4-FFF2-40B4-BE49-F238E27FC236}">
                <a16:creationId xmlns:a16="http://schemas.microsoft.com/office/drawing/2014/main" id="{9FE67CC8-5C5C-29CB-92D2-25499864A2E1}"/>
              </a:ext>
            </a:extLst>
          </p:cNvPr>
          <p:cNvSpPr/>
          <p:nvPr/>
        </p:nvSpPr>
        <p:spPr>
          <a:xfrm>
            <a:off x="914397" y="2120592"/>
            <a:ext cx="11133533"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How its Used</a:t>
            </a:r>
          </a:p>
        </p:txBody>
      </p:sp>
      <p:sp>
        <p:nvSpPr>
          <p:cNvPr id="8" name="Rectangle 7">
            <a:extLst>
              <a:ext uri="{FF2B5EF4-FFF2-40B4-BE49-F238E27FC236}">
                <a16:creationId xmlns:a16="http://schemas.microsoft.com/office/drawing/2014/main" id="{6F09893A-7594-0A42-D135-446A889A36D2}"/>
              </a:ext>
            </a:extLst>
          </p:cNvPr>
          <p:cNvSpPr/>
          <p:nvPr/>
        </p:nvSpPr>
        <p:spPr>
          <a:xfrm>
            <a:off x="914397" y="7127075"/>
            <a:ext cx="11133533"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What its Useful For</a:t>
            </a:r>
          </a:p>
        </p:txBody>
      </p:sp>
      <p:sp>
        <p:nvSpPr>
          <p:cNvPr id="9" name="Rectangle 8">
            <a:extLst>
              <a:ext uri="{FF2B5EF4-FFF2-40B4-BE49-F238E27FC236}">
                <a16:creationId xmlns:a16="http://schemas.microsoft.com/office/drawing/2014/main" id="{0864766B-22EC-C515-157F-4DD1EFAD3C1F}"/>
              </a:ext>
            </a:extLst>
          </p:cNvPr>
          <p:cNvSpPr/>
          <p:nvPr/>
        </p:nvSpPr>
        <p:spPr>
          <a:xfrm>
            <a:off x="12336070" y="2120592"/>
            <a:ext cx="11133533"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Other Risk-Predictor Indicators</a:t>
            </a:r>
          </a:p>
        </p:txBody>
      </p:sp>
      <p:graphicFrame>
        <p:nvGraphicFramePr>
          <p:cNvPr id="15" name="Table 14">
            <a:extLst>
              <a:ext uri="{FF2B5EF4-FFF2-40B4-BE49-F238E27FC236}">
                <a16:creationId xmlns:a16="http://schemas.microsoft.com/office/drawing/2014/main" id="{03738B03-90B0-3D94-9233-EE14278C0C29}"/>
              </a:ext>
            </a:extLst>
          </p:cNvPr>
          <p:cNvGraphicFramePr>
            <a:graphicFrameLocks noGrp="1"/>
          </p:cNvGraphicFramePr>
          <p:nvPr>
            <p:custDataLst>
              <p:tags r:id="rId1"/>
            </p:custDataLst>
            <p:extLst>
              <p:ext uri="{D42A27DB-BD31-4B8C-83A1-F6EECF244321}">
                <p14:modId xmlns:p14="http://schemas.microsoft.com/office/powerpoint/2010/main" val="1486132197"/>
              </p:ext>
            </p:extLst>
          </p:nvPr>
        </p:nvGraphicFramePr>
        <p:xfrm>
          <a:off x="911110" y="7649433"/>
          <a:ext cx="11136820" cy="5210810"/>
        </p:xfrm>
        <a:graphic>
          <a:graphicData uri="http://schemas.openxmlformats.org/drawingml/2006/table">
            <a:tbl>
              <a:tblPr/>
              <a:tblGrid>
                <a:gridCol w="10737633">
                  <a:extLst>
                    <a:ext uri="{9D8B030D-6E8A-4147-A177-3AD203B41FA5}">
                      <a16:colId xmlns:a16="http://schemas.microsoft.com/office/drawing/2014/main" val="296525212"/>
                    </a:ext>
                  </a:extLst>
                </a:gridCol>
                <a:gridCol w="399187">
                  <a:extLst>
                    <a:ext uri="{9D8B030D-6E8A-4147-A177-3AD203B41FA5}">
                      <a16:colId xmlns:a16="http://schemas.microsoft.com/office/drawing/2014/main" val="386091632"/>
                    </a:ext>
                  </a:extLst>
                </a:gridCol>
              </a:tblGrid>
              <a:tr h="166842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2500" b="1"/>
                        <a:t>Everyday Use:</a:t>
                      </a:r>
                      <a:r>
                        <a:rPr lang="en-US" sz="2500" b="0"/>
                        <a:t> Measurement of how volatile a stock is going to be in relation to the market. </a:t>
                      </a:r>
                      <a:r>
                        <a:rPr lang="en-US" sz="2500" b="1" u="none"/>
                        <a:t>Every 1% move in the market = </a:t>
                      </a:r>
                      <a:r>
                        <a:rPr lang="el-GR" sz="2500" b="1" u="none"/>
                        <a:t>β</a:t>
                      </a:r>
                      <a:r>
                        <a:rPr lang="en-US" sz="2500" b="1" u="none"/>
                        <a:t>% move in the market</a:t>
                      </a:r>
                    </a:p>
                  </a:txBody>
                  <a:tcPr marL="182880" marR="182880" marT="91440" marB="91440" anchor="ctr">
                    <a:lnL w="12700" cmpd="sng">
                      <a:noFill/>
                    </a:lnL>
                    <a:lnR w="12700" cmpd="sng">
                      <a:noFill/>
                    </a:lnR>
                    <a:lnT w="38100" cmpd="sng">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endParaRPr lang="en-US" sz="3000" b="0"/>
                    </a:p>
                  </a:txBody>
                  <a:tcPr marL="182880" marR="182880" marT="91440" marB="91440" anchor="ctr">
                    <a:lnL w="12700" cmpd="sng">
                      <a:noFill/>
                    </a:lnL>
                    <a:lnR w="12700" cmpd="sng">
                      <a:noFill/>
                    </a:lnR>
                    <a:lnT w="38100" cmpd="sng">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91466926"/>
                  </a:ext>
                </a:extLst>
              </a:tr>
              <a:tr h="1180795">
                <a:tc>
                  <a:txBody>
                    <a:bodyPr/>
                    <a:lstStyle/>
                    <a:p>
                      <a:r>
                        <a:rPr lang="en-US" sz="2500" b="1"/>
                        <a:t>Quant Algorithms: </a:t>
                      </a:r>
                      <a:r>
                        <a:rPr lang="en-US" sz="2500" b="0"/>
                        <a:t>Measures the volatility of a stock versus the market index.</a:t>
                      </a:r>
                      <a:endParaRPr lang="en-US" sz="1500" b="0" i="0" u="none" strike="noStrike" noProof="0">
                        <a:solidFill>
                          <a:srgbClr val="040C28"/>
                        </a:solidFill>
                        <a:latin typeface="Aptos"/>
                      </a:endParaRP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lang="en-US" sz="3000" b="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6563157"/>
                  </a:ext>
                </a:extLst>
              </a:tr>
              <a:tr h="118079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2500" b="1"/>
                        <a:t>Beta Hedging: </a:t>
                      </a:r>
                      <a:r>
                        <a:rPr lang="en-US" sz="2500" b="0"/>
                        <a:t>Aim to be </a:t>
                      </a:r>
                      <a:r>
                        <a:rPr lang="en-US" sz="2500" b="1" u="none"/>
                        <a:t>beta neutral </a:t>
                      </a:r>
                      <a:r>
                        <a:rPr lang="en-US" sz="2500" b="0"/>
                        <a:t>by buying stocks with a beta inverse of </a:t>
                      </a:r>
                      <a:r>
                        <a:rPr lang="en-US" sz="2500" b="1" i="0" u="none"/>
                        <a:t>stock of comparison</a:t>
                      </a: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endParaRPr lang="en-US" sz="3000" b="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84865208"/>
                  </a:ext>
                </a:extLst>
              </a:tr>
              <a:tr h="1180795">
                <a:tc>
                  <a:txBody>
                    <a:bodyPr/>
                    <a:lstStyle/>
                    <a:p>
                      <a:r>
                        <a:rPr lang="en-US" sz="2500" b="1"/>
                        <a:t>With Alpha (</a:t>
                      </a:r>
                      <a:r>
                        <a:rPr lang="el-GR" sz="2500" b="1"/>
                        <a:t>α</a:t>
                      </a:r>
                      <a:r>
                        <a:rPr lang="en-US" sz="2500" b="1"/>
                        <a:t>): alpha</a:t>
                      </a:r>
                      <a:r>
                        <a:rPr lang="en-US" sz="2500" b="0"/>
                        <a:t> is the excess return of a stock or fund. Usually used with beta in </a:t>
                      </a:r>
                      <a:r>
                        <a:rPr lang="en-US" sz="2500" b="1"/>
                        <a:t>CAPM</a:t>
                      </a:r>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endParaRPr lang="en-US" sz="3000" b="0"/>
                    </a:p>
                  </a:txBody>
                  <a:tcPr marL="182880" marR="182880" marT="91440" marB="91440" anchor="ctr">
                    <a:lnL w="12700" cmpd="sng">
                      <a:noFill/>
                    </a:lnL>
                    <a:lnR w="12700" cmpd="sng">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46671938"/>
                  </a:ext>
                </a:extLst>
              </a:tr>
            </a:tbl>
          </a:graphicData>
        </a:graphic>
      </p:graphicFrame>
      <p:grpSp>
        <p:nvGrpSpPr>
          <p:cNvPr id="25" name="Group 24">
            <a:extLst>
              <a:ext uri="{FF2B5EF4-FFF2-40B4-BE49-F238E27FC236}">
                <a16:creationId xmlns:a16="http://schemas.microsoft.com/office/drawing/2014/main" id="{4672122A-E6D2-DB1A-6179-E3C1E3935A8B}"/>
              </a:ext>
            </a:extLst>
          </p:cNvPr>
          <p:cNvGrpSpPr/>
          <p:nvPr/>
        </p:nvGrpSpPr>
        <p:grpSpPr>
          <a:xfrm>
            <a:off x="1422634" y="2749717"/>
            <a:ext cx="10007363" cy="4372858"/>
            <a:chOff x="1882153" y="4135605"/>
            <a:chExt cx="9378029" cy="4104362"/>
          </a:xfrm>
        </p:grpSpPr>
        <p:pic>
          <p:nvPicPr>
            <p:cNvPr id="19" name="Picture 18" descr="A line of text with black text&#10;&#10;AI-generated content may be incorrect.">
              <a:extLst>
                <a:ext uri="{FF2B5EF4-FFF2-40B4-BE49-F238E27FC236}">
                  <a16:creationId xmlns:a16="http://schemas.microsoft.com/office/drawing/2014/main" id="{57DF24D9-69D9-BC5C-E212-FE0AB86ACC52}"/>
                </a:ext>
              </a:extLst>
            </p:cNvPr>
            <p:cNvPicPr>
              <a:picLocks noChangeAspect="1"/>
            </p:cNvPicPr>
            <p:nvPr/>
          </p:nvPicPr>
          <p:blipFill>
            <a:blip r:embed="rId3"/>
            <a:srcRect t="25762" b="30472"/>
            <a:stretch/>
          </p:blipFill>
          <p:spPr>
            <a:xfrm>
              <a:off x="1882153" y="4135605"/>
              <a:ext cx="9378029" cy="4104362"/>
            </a:xfrm>
            <a:prstGeom prst="rect">
              <a:avLst/>
            </a:prstGeom>
          </p:spPr>
        </p:pic>
        <p:sp>
          <p:nvSpPr>
            <p:cNvPr id="21" name="Rounded Rectangle 20">
              <a:extLst>
                <a:ext uri="{FF2B5EF4-FFF2-40B4-BE49-F238E27FC236}">
                  <a16:creationId xmlns:a16="http://schemas.microsoft.com/office/drawing/2014/main" id="{BFABE7F3-BD06-7C87-A1FA-DACC646826DE}"/>
                </a:ext>
              </a:extLst>
            </p:cNvPr>
            <p:cNvSpPr/>
            <p:nvPr/>
          </p:nvSpPr>
          <p:spPr>
            <a:xfrm>
              <a:off x="9490577" y="4135605"/>
              <a:ext cx="984918" cy="872723"/>
            </a:xfrm>
            <a:prstGeom prst="round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086E2B1-0037-98ED-87FA-5F398DB8A4C6}"/>
                </a:ext>
              </a:extLst>
            </p:cNvPr>
            <p:cNvSpPr txBox="1"/>
            <p:nvPr/>
          </p:nvSpPr>
          <p:spPr>
            <a:xfrm>
              <a:off x="9284811" y="4268128"/>
              <a:ext cx="1685730" cy="845598"/>
            </a:xfrm>
            <a:prstGeom prst="rect">
              <a:avLst/>
            </a:prstGeom>
            <a:noFill/>
          </p:spPr>
          <p:txBody>
            <a:bodyPr wrap="square" rtlCol="0">
              <a:spAutoFit/>
            </a:bodyPr>
            <a:lstStyle/>
            <a:p>
              <a:r>
                <a:rPr lang="en-US" sz="4500">
                  <a:solidFill>
                    <a:schemeClr val="tx1"/>
                  </a:solidFill>
                  <a:latin typeface="+mj-lt"/>
                </a:rPr>
                <a:t>&lt; -1</a:t>
              </a:r>
            </a:p>
          </p:txBody>
        </p:sp>
        <p:sp>
          <p:nvSpPr>
            <p:cNvPr id="22" name="Rounded Rectangle 21">
              <a:extLst>
                <a:ext uri="{FF2B5EF4-FFF2-40B4-BE49-F238E27FC236}">
                  <a16:creationId xmlns:a16="http://schemas.microsoft.com/office/drawing/2014/main" id="{27AF84D3-9F1C-7DA0-EC4F-8AFA2DE93145}"/>
                </a:ext>
              </a:extLst>
            </p:cNvPr>
            <p:cNvSpPr/>
            <p:nvPr/>
          </p:nvSpPr>
          <p:spPr>
            <a:xfrm>
              <a:off x="3792669" y="4247979"/>
              <a:ext cx="984918" cy="872723"/>
            </a:xfrm>
            <a:prstGeom prst="round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F11D751-2C8B-3AF6-B996-B812E1DB62ED}"/>
                </a:ext>
              </a:extLst>
            </p:cNvPr>
            <p:cNvSpPr txBox="1"/>
            <p:nvPr/>
          </p:nvSpPr>
          <p:spPr>
            <a:xfrm>
              <a:off x="3902003" y="4247979"/>
              <a:ext cx="1139757" cy="784830"/>
            </a:xfrm>
            <a:prstGeom prst="rect">
              <a:avLst/>
            </a:prstGeom>
            <a:noFill/>
          </p:spPr>
          <p:txBody>
            <a:bodyPr wrap="square" rtlCol="0">
              <a:spAutoFit/>
            </a:bodyPr>
            <a:lstStyle/>
            <a:p>
              <a:r>
                <a:rPr lang="en-US" sz="4500">
                  <a:solidFill>
                    <a:schemeClr val="tx1"/>
                  </a:solidFill>
                  <a:latin typeface="+mj-lt"/>
                </a:rPr>
                <a:t>1</a:t>
              </a:r>
            </a:p>
          </p:txBody>
        </p:sp>
        <p:sp>
          <p:nvSpPr>
            <p:cNvPr id="24" name="TextBox 23">
              <a:extLst>
                <a:ext uri="{FF2B5EF4-FFF2-40B4-BE49-F238E27FC236}">
                  <a16:creationId xmlns:a16="http://schemas.microsoft.com/office/drawing/2014/main" id="{02C6651B-28BD-B947-C989-FD75966D8659}"/>
                </a:ext>
              </a:extLst>
            </p:cNvPr>
            <p:cNvSpPr txBox="1"/>
            <p:nvPr/>
          </p:nvSpPr>
          <p:spPr>
            <a:xfrm>
              <a:off x="2267533" y="4236361"/>
              <a:ext cx="1139757" cy="784830"/>
            </a:xfrm>
            <a:prstGeom prst="rect">
              <a:avLst/>
            </a:prstGeom>
            <a:noFill/>
          </p:spPr>
          <p:txBody>
            <a:bodyPr wrap="square" rtlCol="0">
              <a:spAutoFit/>
            </a:bodyPr>
            <a:lstStyle/>
            <a:p>
              <a:r>
                <a:rPr lang="en-US" sz="4500">
                  <a:solidFill>
                    <a:schemeClr val="tx1"/>
                  </a:solidFill>
                  <a:latin typeface="+mj-lt"/>
                </a:rPr>
                <a:t>&gt; 1</a:t>
              </a:r>
            </a:p>
          </p:txBody>
        </p:sp>
      </p:grpSp>
      <p:sp>
        <p:nvSpPr>
          <p:cNvPr id="3" name="Content Placeholder 1">
            <a:extLst>
              <a:ext uri="{FF2B5EF4-FFF2-40B4-BE49-F238E27FC236}">
                <a16:creationId xmlns:a16="http://schemas.microsoft.com/office/drawing/2014/main" id="{B62CDD79-84A4-3C5E-10B4-EC48939503B9}"/>
              </a:ext>
            </a:extLst>
          </p:cNvPr>
          <p:cNvSpPr>
            <a:spLocks noGrp="1"/>
          </p:cNvSpPr>
          <p:nvPr>
            <p:ph idx="1"/>
          </p:nvPr>
        </p:nvSpPr>
        <p:spPr>
          <a:xfrm>
            <a:off x="13246422" y="8142691"/>
            <a:ext cx="10250502" cy="2666771"/>
          </a:xfrm>
        </p:spPr>
        <p:txBody>
          <a:bodyPr vert="horz" lIns="91440" tIns="45720" rIns="91440" bIns="45720" rtlCol="0" anchor="t">
            <a:normAutofit/>
          </a:bodyPr>
          <a:lstStyle/>
          <a:p>
            <a:pPr marL="0" indent="0">
              <a:buNone/>
            </a:pPr>
            <a:r>
              <a:rPr lang="en-US">
                <a:latin typeface="Inter"/>
                <a:cs typeface="Poppins"/>
              </a:rPr>
              <a:t>Confidence intervals can also help us better utilize the beta model as we can use these intervals to create more conservative models for beta hedging and quant algorithms.</a:t>
            </a:r>
          </a:p>
        </p:txBody>
      </p:sp>
      <p:sp>
        <p:nvSpPr>
          <p:cNvPr id="10" name="Content Placeholder 1">
            <a:extLst>
              <a:ext uri="{FF2B5EF4-FFF2-40B4-BE49-F238E27FC236}">
                <a16:creationId xmlns:a16="http://schemas.microsoft.com/office/drawing/2014/main" id="{22056BB8-CA6F-3B6F-F08C-5B55E1BA437C}"/>
              </a:ext>
            </a:extLst>
          </p:cNvPr>
          <p:cNvSpPr txBox="1">
            <a:spLocks/>
          </p:cNvSpPr>
          <p:nvPr/>
        </p:nvSpPr>
        <p:spPr>
          <a:xfrm>
            <a:off x="13245860" y="4163644"/>
            <a:ext cx="10237696" cy="3447981"/>
          </a:xfrm>
          <a:prstGeom prst="rect">
            <a:avLst/>
          </a:prstGeom>
        </p:spPr>
        <p:txBody>
          <a:bodyPr vert="horz" lIns="91440" tIns="45720" rIns="91440" bIns="45720" rtlCol="0" anchor="t">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Inter"/>
                <a:cs typeface="Poppins"/>
              </a:rPr>
              <a:t>Another way we can utilize the beta is by pairing the beta with the correlation of the function, as this will allow us to better understand how effective the beta, and with it our forcast, will be, as well as telling us the direction of the stocks and index relationship.</a:t>
            </a:r>
            <a:endParaRPr lang="en-US"/>
          </a:p>
        </p:txBody>
      </p:sp>
      <p:pic>
        <p:nvPicPr>
          <p:cNvPr id="11" name="Picture 10" descr="Beta Formula (Top 3 Methods) | Step by Step Examples to Calculate Beta">
            <a:extLst>
              <a:ext uri="{FF2B5EF4-FFF2-40B4-BE49-F238E27FC236}">
                <a16:creationId xmlns:a16="http://schemas.microsoft.com/office/drawing/2014/main" id="{10E02E43-2EA5-9D91-F3E1-D105493A5139}"/>
              </a:ext>
            </a:extLst>
          </p:cNvPr>
          <p:cNvPicPr>
            <a:picLocks noChangeAspect="1"/>
          </p:cNvPicPr>
          <p:nvPr/>
        </p:nvPicPr>
        <p:blipFill>
          <a:blip r:embed="rId4"/>
          <a:srcRect l="3643" t="75731" r="5519" b="5848"/>
          <a:stretch/>
        </p:blipFill>
        <p:spPr>
          <a:xfrm>
            <a:off x="14625448" y="11965073"/>
            <a:ext cx="8843688" cy="805506"/>
          </a:xfrm>
          <a:prstGeom prst="rect">
            <a:avLst/>
          </a:prstGeom>
        </p:spPr>
      </p:pic>
      <p:sp>
        <p:nvSpPr>
          <p:cNvPr id="2" name="Oval 1">
            <a:extLst>
              <a:ext uri="{FF2B5EF4-FFF2-40B4-BE49-F238E27FC236}">
                <a16:creationId xmlns:a16="http://schemas.microsoft.com/office/drawing/2014/main" id="{39D6B2D9-2BBC-6155-DE22-FE5A4A890736}"/>
              </a:ext>
            </a:extLst>
          </p:cNvPr>
          <p:cNvSpPr/>
          <p:nvPr/>
        </p:nvSpPr>
        <p:spPr>
          <a:xfrm>
            <a:off x="1134494" y="2642951"/>
            <a:ext cx="2797426" cy="4590892"/>
          </a:xfrm>
          <a:prstGeom prst="ellipse">
            <a:avLst/>
          </a:prstGeom>
          <a:noFill/>
          <a:ln w="476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8521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49325-D6A4-5EAE-199D-CD04BEE374DE}"/>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65C15A8-E0B4-D645-C5B0-153FADA7DC1B}"/>
              </a:ext>
            </a:extLst>
          </p:cNvPr>
          <p:cNvSpPr>
            <a:spLocks noGrp="1"/>
          </p:cNvSpPr>
          <p:nvPr>
            <p:ph sz="half" idx="1"/>
          </p:nvPr>
        </p:nvSpPr>
        <p:spPr>
          <a:xfrm>
            <a:off x="12456797" y="3405976"/>
            <a:ext cx="10888815" cy="9207129"/>
          </a:xfrm>
        </p:spPr>
        <p:txBody>
          <a:bodyPr vert="horz" lIns="91440" tIns="45720" rIns="91440" bIns="45720" rtlCol="0" anchor="t">
            <a:normAutofit/>
          </a:bodyPr>
          <a:lstStyle/>
          <a:p>
            <a:pPr marL="0" indent="0">
              <a:buNone/>
            </a:pPr>
            <a:r>
              <a:rPr lang="en-US" sz="3000">
                <a:latin typeface="Inter"/>
                <a:cs typeface="Poppins"/>
              </a:rPr>
              <a:t>One challenge we faced was that, as the AI tech stock field is relatively new, it is harder to define what the market for AI is, as this market is not as well established as other markets, such as the oil industry for example.</a:t>
            </a:r>
            <a:endParaRPr lang="en-US" sz="3000"/>
          </a:p>
          <a:p>
            <a:pPr marL="0" indent="0">
              <a:buNone/>
            </a:pPr>
            <a:endParaRPr lang="en-US" sz="3000">
              <a:latin typeface="Inter"/>
              <a:cs typeface="Poppins"/>
            </a:endParaRPr>
          </a:p>
          <a:p>
            <a:pPr marL="0" indent="0">
              <a:buNone/>
            </a:pPr>
            <a:r>
              <a:rPr lang="en-US" sz="3000">
                <a:latin typeface="Inter"/>
                <a:cs typeface="Poppins"/>
              </a:rPr>
              <a:t>One challenge we faced was, when I was working on excel, was to compare the volatilities to each other to find the beta however, as I attempted to do this, I found that this was over complicating the problem, and would be harder and less precise as using the covariance over the variance to find the beta, resulting in me using the covariance and variance to find the data and not the volatility comparison system. </a:t>
            </a:r>
            <a:endParaRPr lang="en-US" sz="3000"/>
          </a:p>
        </p:txBody>
      </p:sp>
      <p:sp>
        <p:nvSpPr>
          <p:cNvPr id="9" name="Text Placeholder 8">
            <a:extLst>
              <a:ext uri="{FF2B5EF4-FFF2-40B4-BE49-F238E27FC236}">
                <a16:creationId xmlns:a16="http://schemas.microsoft.com/office/drawing/2014/main" id="{F47C4AA6-5453-1959-AB20-F781C96575BA}"/>
              </a:ext>
            </a:extLst>
          </p:cNvPr>
          <p:cNvSpPr>
            <a:spLocks noGrp="1"/>
          </p:cNvSpPr>
          <p:nvPr>
            <p:ph type="body" sz="quarter" idx="13"/>
          </p:nvPr>
        </p:nvSpPr>
        <p:spPr/>
        <p:txBody>
          <a:bodyPr/>
          <a:lstStyle/>
          <a:p>
            <a:r>
              <a:rPr lang="en-US"/>
              <a:t>BETA OF AI TECH STOCKS</a:t>
            </a:r>
          </a:p>
        </p:txBody>
      </p:sp>
      <p:sp>
        <p:nvSpPr>
          <p:cNvPr id="5" name="Slide Number Placeholder 4">
            <a:extLst>
              <a:ext uri="{FF2B5EF4-FFF2-40B4-BE49-F238E27FC236}">
                <a16:creationId xmlns:a16="http://schemas.microsoft.com/office/drawing/2014/main" id="{D2A8B6C9-41F1-B272-5FEC-8845BEB19135}"/>
              </a:ext>
            </a:extLst>
          </p:cNvPr>
          <p:cNvSpPr>
            <a:spLocks noGrp="1"/>
          </p:cNvSpPr>
          <p:nvPr>
            <p:ph type="sldNum" sz="quarter" idx="14"/>
          </p:nvPr>
        </p:nvSpPr>
        <p:spPr/>
        <p:txBody>
          <a:bodyPr/>
          <a:lstStyle/>
          <a:p>
            <a:fld id="{86CB4B4D-7CA3-9044-876B-883B54F8677D}" type="slidenum">
              <a:rPr lang="en-US" smtClean="0"/>
              <a:pPr/>
              <a:t>11</a:t>
            </a:fld>
            <a:endParaRPr lang="en-US"/>
          </a:p>
        </p:txBody>
      </p:sp>
      <p:sp>
        <p:nvSpPr>
          <p:cNvPr id="6" name="Title 5">
            <a:extLst>
              <a:ext uri="{FF2B5EF4-FFF2-40B4-BE49-F238E27FC236}">
                <a16:creationId xmlns:a16="http://schemas.microsoft.com/office/drawing/2014/main" id="{02A2FB6F-B5C7-C88D-EC19-89601DE0EBE0}"/>
              </a:ext>
            </a:extLst>
          </p:cNvPr>
          <p:cNvSpPr>
            <a:spLocks noGrp="1"/>
          </p:cNvSpPr>
          <p:nvPr>
            <p:ph type="title"/>
          </p:nvPr>
        </p:nvSpPr>
        <p:spPr/>
        <p:txBody>
          <a:bodyPr/>
          <a:lstStyle/>
          <a:p>
            <a:r>
              <a:rPr lang="en-US">
                <a:latin typeface="Inter"/>
                <a:cs typeface="Poppins SemiBold"/>
              </a:rPr>
              <a:t>Limitations and Challenges</a:t>
            </a:r>
            <a:endParaRPr lang="en-US"/>
          </a:p>
        </p:txBody>
      </p:sp>
      <p:sp>
        <p:nvSpPr>
          <p:cNvPr id="16" name="Content Placeholder 15">
            <a:extLst>
              <a:ext uri="{FF2B5EF4-FFF2-40B4-BE49-F238E27FC236}">
                <a16:creationId xmlns:a16="http://schemas.microsoft.com/office/drawing/2014/main" id="{F9CC5FD4-9AB6-38ED-DB45-E6FBE9FE5417}"/>
              </a:ext>
            </a:extLst>
          </p:cNvPr>
          <p:cNvSpPr>
            <a:spLocks noGrp="1"/>
          </p:cNvSpPr>
          <p:nvPr>
            <p:ph sz="half" idx="2"/>
          </p:nvPr>
        </p:nvSpPr>
        <p:spPr>
          <a:xfrm>
            <a:off x="1102656" y="3459151"/>
            <a:ext cx="10542179" cy="9146972"/>
          </a:xfrm>
        </p:spPr>
        <p:txBody>
          <a:bodyPr vert="horz" lIns="91440" tIns="45720" rIns="91440" bIns="45720" rtlCol="0" anchor="t">
            <a:noAutofit/>
          </a:bodyPr>
          <a:lstStyle/>
          <a:p>
            <a:r>
              <a:rPr lang="en-US" sz="3000"/>
              <a:t>The greatest limitation we faced is that there is </a:t>
            </a:r>
            <a:r>
              <a:rPr lang="en-US" sz="3000" b="1"/>
              <a:t>no well-established market index exclusively devoted to AI</a:t>
            </a:r>
          </a:p>
          <a:p>
            <a:pPr marL="0" indent="0">
              <a:buNone/>
            </a:pPr>
            <a:endParaRPr lang="en-US" sz="3000" b="1"/>
          </a:p>
          <a:p>
            <a:r>
              <a:rPr lang="en-US" sz="3000"/>
              <a:t>Another limitation we faced in this project is that some of the bigger players in this market, such as OpenAI, </a:t>
            </a:r>
            <a:r>
              <a:rPr lang="en-US" sz="3000" b="1"/>
              <a:t>do not openly trade stocks in exchanges</a:t>
            </a:r>
          </a:p>
        </p:txBody>
      </p:sp>
      <p:sp>
        <p:nvSpPr>
          <p:cNvPr id="2" name="Rectangle 1">
            <a:extLst>
              <a:ext uri="{FF2B5EF4-FFF2-40B4-BE49-F238E27FC236}">
                <a16:creationId xmlns:a16="http://schemas.microsoft.com/office/drawing/2014/main" id="{1C6D608F-2F30-3A50-D7DF-EEC51D44A0D7}"/>
              </a:ext>
            </a:extLst>
          </p:cNvPr>
          <p:cNvSpPr/>
          <p:nvPr/>
        </p:nvSpPr>
        <p:spPr>
          <a:xfrm>
            <a:off x="914399" y="2710621"/>
            <a:ext cx="11133533"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Limitations</a:t>
            </a:r>
          </a:p>
        </p:txBody>
      </p:sp>
      <p:sp>
        <p:nvSpPr>
          <p:cNvPr id="3" name="Rectangle 2">
            <a:extLst>
              <a:ext uri="{FF2B5EF4-FFF2-40B4-BE49-F238E27FC236}">
                <a16:creationId xmlns:a16="http://schemas.microsoft.com/office/drawing/2014/main" id="{0691474F-6419-775F-2C65-73C97E738654}"/>
              </a:ext>
            </a:extLst>
          </p:cNvPr>
          <p:cNvSpPr/>
          <p:nvPr/>
        </p:nvSpPr>
        <p:spPr>
          <a:xfrm>
            <a:off x="12336070" y="2710621"/>
            <a:ext cx="11133533" cy="522358"/>
          </a:xfrm>
          <a:prstGeom prst="rect">
            <a:avLst/>
          </a:prstGeom>
          <a:solidFill>
            <a:srgbClr val="0C1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a:latin typeface="Inter" panose="02000503000000020004"/>
              </a:rPr>
              <a:t>Challenges</a:t>
            </a:r>
          </a:p>
        </p:txBody>
      </p:sp>
    </p:spTree>
    <p:extLst>
      <p:ext uri="{BB962C8B-B14F-4D97-AF65-F5344CB8AC3E}">
        <p14:creationId xmlns:p14="http://schemas.microsoft.com/office/powerpoint/2010/main" val="1524050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CC632-7764-568A-C7FC-9F4AC39163DB}"/>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1353D64-8A59-23E8-97F9-2C0035D495F7}"/>
              </a:ext>
            </a:extLst>
          </p:cNvPr>
          <p:cNvSpPr>
            <a:spLocks noGrp="1"/>
          </p:cNvSpPr>
          <p:nvPr>
            <p:ph sz="half" idx="1"/>
          </p:nvPr>
        </p:nvSpPr>
        <p:spPr>
          <a:xfrm>
            <a:off x="914399" y="3209365"/>
            <a:ext cx="22111855" cy="9146972"/>
          </a:xfrm>
        </p:spPr>
        <p:txBody>
          <a:bodyPr vert="horz" lIns="91440" tIns="45720" rIns="91440" bIns="45720" rtlCol="0" anchor="t">
            <a:normAutofit/>
          </a:bodyPr>
          <a:lstStyle/>
          <a:p>
            <a:r>
              <a:rPr lang="en-US" sz="3000" dirty="0">
                <a:latin typeface="Inter"/>
                <a:cs typeface="Poppins"/>
              </a:rPr>
              <a:t>Overview of how our hypothesis supports a short-term investment of ai tech stocks because AI tech stocks happen to be more volatile and have an average value between 1.5 and 2.5 </a:t>
            </a:r>
          </a:p>
          <a:p>
            <a:pPr marL="0" indent="0">
              <a:buNone/>
            </a:pPr>
            <a:endParaRPr lang="en-US" sz="3000" dirty="0">
              <a:latin typeface="Inter"/>
              <a:cs typeface="Poppins"/>
            </a:endParaRPr>
          </a:p>
          <a:p>
            <a:r>
              <a:rPr lang="en-US" sz="3000" dirty="0">
                <a:latin typeface="Inter"/>
                <a:cs typeface="Poppins"/>
              </a:rPr>
              <a:t>Our research supports the theory that the inherent volatility of AI tech with their high beta values suits them to short-term investment strategies. Beta mostly paired with models like CAPM and hedging options that can further tailor risk exposure. We found that while the volatility of the industry poses higher risk, it also offers the potential for short-term return, particularly with the ongoing fast development of the AI sector. Investors who understand how to work beta in their favor are better positioned to capitalize on short-term opportunity while minimizing downside risk.</a:t>
            </a:r>
          </a:p>
          <a:p>
            <a:endParaRPr lang="en-US" sz="3000" dirty="0">
              <a:latin typeface="Inter"/>
              <a:cs typeface="Poppins"/>
            </a:endParaRPr>
          </a:p>
        </p:txBody>
      </p:sp>
      <p:sp>
        <p:nvSpPr>
          <p:cNvPr id="9" name="Text Placeholder 8">
            <a:extLst>
              <a:ext uri="{FF2B5EF4-FFF2-40B4-BE49-F238E27FC236}">
                <a16:creationId xmlns:a16="http://schemas.microsoft.com/office/drawing/2014/main" id="{7E653C0D-868B-9F63-0E72-191ABEBFF3BE}"/>
              </a:ext>
            </a:extLst>
          </p:cNvPr>
          <p:cNvSpPr>
            <a:spLocks noGrp="1"/>
          </p:cNvSpPr>
          <p:nvPr>
            <p:ph type="body" sz="quarter" idx="13"/>
          </p:nvPr>
        </p:nvSpPr>
        <p:spPr/>
        <p:txBody>
          <a:bodyPr/>
          <a:lstStyle/>
          <a:p>
            <a:r>
              <a:rPr lang="en-US"/>
              <a:t>BETA OF AI TECH STOCKS</a:t>
            </a:r>
          </a:p>
        </p:txBody>
      </p:sp>
      <p:sp>
        <p:nvSpPr>
          <p:cNvPr id="5" name="Slide Number Placeholder 4">
            <a:extLst>
              <a:ext uri="{FF2B5EF4-FFF2-40B4-BE49-F238E27FC236}">
                <a16:creationId xmlns:a16="http://schemas.microsoft.com/office/drawing/2014/main" id="{2C9F0A59-4189-BD56-FCCF-D5DF402014F4}"/>
              </a:ext>
            </a:extLst>
          </p:cNvPr>
          <p:cNvSpPr>
            <a:spLocks noGrp="1"/>
          </p:cNvSpPr>
          <p:nvPr>
            <p:ph type="sldNum" sz="quarter" idx="14"/>
          </p:nvPr>
        </p:nvSpPr>
        <p:spPr/>
        <p:txBody>
          <a:bodyPr/>
          <a:lstStyle/>
          <a:p>
            <a:fld id="{86CB4B4D-7CA3-9044-876B-883B54F8677D}" type="slidenum">
              <a:rPr lang="en-US" smtClean="0"/>
              <a:pPr/>
              <a:t>12</a:t>
            </a:fld>
            <a:endParaRPr lang="en-US"/>
          </a:p>
        </p:txBody>
      </p:sp>
      <p:sp>
        <p:nvSpPr>
          <p:cNvPr id="6" name="Title 5">
            <a:extLst>
              <a:ext uri="{FF2B5EF4-FFF2-40B4-BE49-F238E27FC236}">
                <a16:creationId xmlns:a16="http://schemas.microsoft.com/office/drawing/2014/main" id="{7227299B-8512-10B0-622E-C1DC7995537D}"/>
              </a:ext>
            </a:extLst>
          </p:cNvPr>
          <p:cNvSpPr>
            <a:spLocks noGrp="1"/>
          </p:cNvSpPr>
          <p:nvPr>
            <p:ph type="title"/>
          </p:nvPr>
        </p:nvSpPr>
        <p:spPr/>
        <p:txBody>
          <a:bodyPr/>
          <a:lstStyle/>
          <a:p>
            <a:r>
              <a:rPr lang="en-US">
                <a:latin typeface="Inter"/>
                <a:cs typeface="Poppins SemiBold"/>
              </a:rPr>
              <a:t>Conclusions</a:t>
            </a:r>
            <a:endParaRPr lang="en-US"/>
          </a:p>
        </p:txBody>
      </p:sp>
    </p:spTree>
    <p:extLst>
      <p:ext uri="{BB962C8B-B14F-4D97-AF65-F5344CB8AC3E}">
        <p14:creationId xmlns:p14="http://schemas.microsoft.com/office/powerpoint/2010/main" val="2012267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8D84E-C34D-BDC0-B790-0F2235B07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BB043-1D76-9350-CB66-7C6C0AE3CF33}"/>
              </a:ext>
            </a:extLst>
          </p:cNvPr>
          <p:cNvSpPr>
            <a:spLocks noGrp="1"/>
          </p:cNvSpPr>
          <p:nvPr>
            <p:ph type="title"/>
          </p:nvPr>
        </p:nvSpPr>
        <p:spPr/>
        <p:txBody>
          <a:bodyPr/>
          <a:lstStyle/>
          <a:p>
            <a:r>
              <a:rPr lang="en-US">
                <a:latin typeface="Inter"/>
                <a:cs typeface="Poppins SemiBold"/>
              </a:rPr>
              <a:t>References – Quick Links</a:t>
            </a:r>
          </a:p>
        </p:txBody>
      </p:sp>
      <p:sp>
        <p:nvSpPr>
          <p:cNvPr id="3" name="Content Placeholder 2">
            <a:extLst>
              <a:ext uri="{FF2B5EF4-FFF2-40B4-BE49-F238E27FC236}">
                <a16:creationId xmlns:a16="http://schemas.microsoft.com/office/drawing/2014/main" id="{ADDC5DA6-2943-20DD-AC3F-D3CF246D1C76}"/>
              </a:ext>
            </a:extLst>
          </p:cNvPr>
          <p:cNvSpPr>
            <a:spLocks noGrp="1"/>
          </p:cNvSpPr>
          <p:nvPr>
            <p:ph idx="1"/>
          </p:nvPr>
        </p:nvSpPr>
        <p:spPr/>
        <p:txBody>
          <a:bodyPr vert="horz" lIns="91440" tIns="45720" rIns="91440" bIns="45720" rtlCol="0" anchor="t">
            <a:normAutofit/>
          </a:bodyPr>
          <a:lstStyle/>
          <a:p>
            <a:r>
              <a:rPr lang="en-US">
                <a:latin typeface="Inter"/>
                <a:cs typeface="Poppins"/>
                <a:hlinkClick r:id="rId2"/>
              </a:rPr>
              <a:t>https://www.businessinsider.nl/beta-can-help-you-determine-how-much-your-portfolio-will-swing-when-the-market-moves/</a:t>
            </a:r>
            <a:endParaRPr lang="en-US">
              <a:latin typeface="Inter"/>
              <a:cs typeface="Poppins"/>
            </a:endParaRPr>
          </a:p>
          <a:p>
            <a:r>
              <a:rPr lang="en-US">
                <a:latin typeface="Inter"/>
                <a:cs typeface="Poppins"/>
                <a:hlinkClick r:id="rId3"/>
              </a:rPr>
              <a:t>https://stats.stackexchange.com/questions/481277/is-beta-sometimes-bessel-corrected</a:t>
            </a:r>
            <a:endParaRPr lang="en-US">
              <a:latin typeface="Inter"/>
              <a:cs typeface="Poppins"/>
            </a:endParaRPr>
          </a:p>
          <a:p>
            <a:r>
              <a:rPr lang="en-US">
                <a:latin typeface="Inter"/>
                <a:cs typeface="Poppins"/>
                <a:hlinkClick r:id="rId4"/>
              </a:rPr>
              <a:t>https://scholarworks.sfasu.edu/etds/427/#:~:text=Statistical%20inference%20for%20the%20mean,recommendations%20on%20the%20best%20practice</a:t>
            </a:r>
            <a:r>
              <a:rPr lang="en-US">
                <a:latin typeface="Inter"/>
                <a:cs typeface="Poppins"/>
              </a:rPr>
              <a:t>. </a:t>
            </a:r>
            <a:endParaRPr lang="en-US"/>
          </a:p>
          <a:p>
            <a:r>
              <a:rPr lang="en-US">
                <a:latin typeface="Inter"/>
                <a:cs typeface="Poppins"/>
                <a:hlinkClick r:id="rId5"/>
              </a:rPr>
              <a:t>https://ebookscheaper.com/product/introduction-to-linear-regression-analysis-5th-edition-isbn-13-978-0470542811/?srsltid=AfmBOorXrgRN4jrqGFwkn9jBnnT8W--tLbxz_ffRfKpkFEbmJMezGeDe</a:t>
            </a:r>
            <a:endParaRPr lang="en-US"/>
          </a:p>
          <a:p>
            <a:r>
              <a:rPr lang="en-US">
                <a:latin typeface="Inter"/>
                <a:hlinkClick r:id="rId6"/>
              </a:rPr>
              <a:t>https://www.investopedia.com/ask/answers/061715/what-are-differences-between-delta-hedging-and-beta-hedging.asp</a:t>
            </a:r>
            <a:r>
              <a:rPr lang="en-US">
                <a:latin typeface="Inter"/>
              </a:rPr>
              <a:t> </a:t>
            </a:r>
            <a:endParaRPr lang="en-US"/>
          </a:p>
          <a:p>
            <a:endParaRPr lang="en-US"/>
          </a:p>
        </p:txBody>
      </p:sp>
      <p:sp>
        <p:nvSpPr>
          <p:cNvPr id="4" name="Text Placeholder 3">
            <a:extLst>
              <a:ext uri="{FF2B5EF4-FFF2-40B4-BE49-F238E27FC236}">
                <a16:creationId xmlns:a16="http://schemas.microsoft.com/office/drawing/2014/main" id="{C9B53A24-A926-C50E-6909-B59ECFD2C533}"/>
              </a:ext>
            </a:extLst>
          </p:cNvPr>
          <p:cNvSpPr>
            <a:spLocks noGrp="1"/>
          </p:cNvSpPr>
          <p:nvPr>
            <p:ph type="body" sz="quarter" idx="13"/>
          </p:nvPr>
        </p:nvSpPr>
        <p:spPr/>
        <p:txBody>
          <a:bodyPr/>
          <a:lstStyle/>
          <a:p>
            <a:r>
              <a:rPr lang="en-US"/>
              <a:t>BETA OF AI TECH STOCKS</a:t>
            </a:r>
          </a:p>
        </p:txBody>
      </p:sp>
      <p:sp>
        <p:nvSpPr>
          <p:cNvPr id="5" name="Slide Number Placeholder 4">
            <a:extLst>
              <a:ext uri="{FF2B5EF4-FFF2-40B4-BE49-F238E27FC236}">
                <a16:creationId xmlns:a16="http://schemas.microsoft.com/office/drawing/2014/main" id="{6170FB76-3401-CC2B-095D-B269A09C160F}"/>
              </a:ext>
            </a:extLst>
          </p:cNvPr>
          <p:cNvSpPr>
            <a:spLocks noGrp="1"/>
          </p:cNvSpPr>
          <p:nvPr>
            <p:ph type="sldNum" sz="quarter" idx="2"/>
          </p:nvPr>
        </p:nvSpPr>
        <p:spPr/>
        <p:txBody>
          <a:bodyPr/>
          <a:lstStyle/>
          <a:p>
            <a:fld id="{86CB4B4D-7CA3-9044-876B-883B54F8677D}" type="slidenum">
              <a:rPr lang="en-US" smtClean="0"/>
              <a:pPr/>
              <a:t>13</a:t>
            </a:fld>
            <a:endParaRPr lang="en-US"/>
          </a:p>
        </p:txBody>
      </p:sp>
    </p:spTree>
    <p:extLst>
      <p:ext uri="{BB962C8B-B14F-4D97-AF65-F5344CB8AC3E}">
        <p14:creationId xmlns:p14="http://schemas.microsoft.com/office/powerpoint/2010/main" val="3262927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0583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Covers">
  <a:themeElements>
    <a:clrScheme name="Bonjoy Brand">
      <a:dk1>
        <a:srgbClr val="F5F5F6"/>
      </a:dk1>
      <a:lt1>
        <a:srgbClr val="667085"/>
      </a:lt1>
      <a:dk2>
        <a:srgbClr val="93969C"/>
      </a:dk2>
      <a:lt2>
        <a:srgbClr val="93969C"/>
      </a:lt2>
      <a:accent1>
        <a:srgbClr val="026994"/>
      </a:accent1>
      <a:accent2>
        <a:srgbClr val="0075A7"/>
      </a:accent2>
      <a:accent3>
        <a:srgbClr val="0075A7"/>
      </a:accent3>
      <a:accent4>
        <a:srgbClr val="0093CF"/>
      </a:accent4>
      <a:accent5>
        <a:srgbClr val="05B7F2"/>
      </a:accent5>
      <a:accent6>
        <a:srgbClr val="30CDFF"/>
      </a:accent6>
      <a:hlink>
        <a:srgbClr val="05B7F2"/>
      </a:hlink>
      <a:folHlink>
        <a:srgbClr val="05344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2025 TradersAtSMU Template" id="{8CB0D442-75FD-4C44-892B-3852F376C9F8}" vid="{00AE70A0-4A1F-C247-AB39-09BD0962EE3B}"/>
    </a:ext>
  </a:extLst>
</a:theme>
</file>

<file path=ppt/theme/theme2.xml><?xml version="1.0" encoding="utf-8"?>
<a:theme xmlns:a="http://schemas.openxmlformats.org/drawingml/2006/main" name="Conten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931399C6-1BE7-DC46-ADF7-8F94B3D304D6}"/>
    </a:ext>
  </a:extLst>
</a:theme>
</file>

<file path=ppt/theme/theme3.xml><?xml version="1.0" encoding="utf-8"?>
<a:theme xmlns:a="http://schemas.openxmlformats.org/drawingml/2006/main" name="Section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C0359CAB-40A0-EA4B-8F6D-950F4948605F}"/>
    </a:ext>
  </a:extLst>
</a:theme>
</file>

<file path=ppt/theme/theme4.xml><?xml version="1.0" encoding="utf-8"?>
<a:theme xmlns:a="http://schemas.openxmlformats.org/drawingml/2006/main" name="Closing">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401B2189-6F5A-D547-9427-ACEB6E48A550}"/>
    </a:ext>
  </a:extLst>
</a:theme>
</file>

<file path=ppt/theme/theme5.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96a6368-7521-4ee3-8a8d-a1311be675ab" xsi:nil="true"/>
    <lcf76f155ced4ddcb4097134ff3c332f xmlns="6c9a0161-f457-41a4-b533-3bd003b535d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B6CB155FAA9D4B80B7B64B6B4FA188" ma:contentTypeVersion="12" ma:contentTypeDescription="Create a new document." ma:contentTypeScope="" ma:versionID="6dedcad094c6825a2d2265a3204ca033">
  <xsd:schema xmlns:xsd="http://www.w3.org/2001/XMLSchema" xmlns:xs="http://www.w3.org/2001/XMLSchema" xmlns:p="http://schemas.microsoft.com/office/2006/metadata/properties" xmlns:ns2="6c9a0161-f457-41a4-b533-3bd003b535df" xmlns:ns3="096a6368-7521-4ee3-8a8d-a1311be675ab" targetNamespace="http://schemas.microsoft.com/office/2006/metadata/properties" ma:root="true" ma:fieldsID="a3468b99455168ddc1284ddf0e7fed9d" ns2:_="" ns3:_="">
    <xsd:import namespace="6c9a0161-f457-41a4-b533-3bd003b535df"/>
    <xsd:import namespace="096a6368-7521-4ee3-8a8d-a1311be675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9a0161-f457-41a4-b533-3bd003b535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51a94d3-361c-4fb2-8e79-cb69b3aef043"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6a6368-7521-4ee3-8a8d-a1311be675a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0d937db-1fcf-48ac-96a0-f416ad14630a}" ma:internalName="TaxCatchAll" ma:showField="CatchAllData" ma:web="096a6368-7521-4ee3-8a8d-a1311be675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BADD460-6E7B-447D-965A-9247448391A5}">
  <ds:schemaRefs>
    <ds:schemaRef ds:uri="http://schemas.microsoft.com/sharepoint/v3/contenttype/forms"/>
  </ds:schemaRefs>
</ds:datastoreItem>
</file>

<file path=customXml/itemProps2.xml><?xml version="1.0" encoding="utf-8"?>
<ds:datastoreItem xmlns:ds="http://schemas.openxmlformats.org/officeDocument/2006/customXml" ds:itemID="{5579851F-D594-4436-AA2A-42EDEC9C9E16}">
  <ds:schemaRefs>
    <ds:schemaRef ds:uri="096a6368-7521-4ee3-8a8d-a1311be675ab"/>
    <ds:schemaRef ds:uri="6c9a0161-f457-41a4-b533-3bd003b535df"/>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3.xml><?xml version="1.0" encoding="utf-8"?>
<ds:datastoreItem xmlns:ds="http://schemas.openxmlformats.org/officeDocument/2006/customXml" ds:itemID="{BBDA7368-A5EA-47DC-80E1-7E5D350EE727}">
  <ds:schemaRefs>
    <ds:schemaRef ds:uri="096a6368-7521-4ee3-8a8d-a1311be675ab"/>
    <ds:schemaRef ds:uri="6c9a0161-f457-41a4-b533-3bd003b535df"/>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1315</Words>
  <Application>Microsoft Macintosh PowerPoint</Application>
  <PresentationFormat>Custom</PresentationFormat>
  <Paragraphs>131</Paragraphs>
  <Slides>14</Slides>
  <Notes>3</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14</vt:i4>
      </vt:variant>
    </vt:vector>
  </HeadingPairs>
  <TitlesOfParts>
    <vt:vector size="28" baseType="lpstr">
      <vt:lpstr>Inter</vt:lpstr>
      <vt:lpstr>Inter Medium</vt:lpstr>
      <vt:lpstr>Inter SemiBold</vt:lpstr>
      <vt:lpstr>Aptos</vt:lpstr>
      <vt:lpstr>Arial</vt:lpstr>
      <vt:lpstr>Helvetica Neue</vt:lpstr>
      <vt:lpstr>Helvetica Neue Medium</vt:lpstr>
      <vt:lpstr>Poppins</vt:lpstr>
      <vt:lpstr>Poppins Medium</vt:lpstr>
      <vt:lpstr>Wingdings</vt:lpstr>
      <vt:lpstr>Covers</vt:lpstr>
      <vt:lpstr>Content</vt:lpstr>
      <vt:lpstr>Sections</vt:lpstr>
      <vt:lpstr>Closing</vt:lpstr>
      <vt:lpstr>Beta of Major AI Tech Stocks </vt:lpstr>
      <vt:lpstr>Agenda</vt:lpstr>
      <vt:lpstr>Because of their historic risk, we believe that the volatility of AI tech stocks will make them optimal for short-term investment</vt:lpstr>
      <vt:lpstr>BETA – A Measurement of Risk</vt:lpstr>
      <vt:lpstr>BETA – How to Read</vt:lpstr>
      <vt:lpstr>BETA – Applied to Major AI Tech Stocks</vt:lpstr>
      <vt:lpstr>Beta Calculated Through Excel</vt:lpstr>
      <vt:lpstr>Beta Calculated Through Python</vt:lpstr>
      <vt:lpstr>Beta Forecasting with ARIMA</vt:lpstr>
      <vt:lpstr>Beta – In Action</vt:lpstr>
      <vt:lpstr>Limitations and Challenges</vt:lpstr>
      <vt:lpstr>Conclusions</vt:lpstr>
      <vt:lpstr>References – Quick Links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Beta of Major AI Tech Stocks </dc:title>
  <dc:creator>Laurens Christian</dc:creator>
  <cp:lastModifiedBy>Morgan Eun</cp:lastModifiedBy>
  <cp:revision>1</cp:revision>
  <dcterms:created xsi:type="dcterms:W3CDTF">2025-04-23T23:47:28Z</dcterms:created>
  <dcterms:modified xsi:type="dcterms:W3CDTF">2025-04-30T21:00:05Z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0x0101000FB6CB155FAA9D4B80B7B64B6B4FA188</vt:lpwstr>
  </property>
  <property fmtid="{D5CDD505-2E9C-101B-9397-08002B2CF9AE}" pid="3" name="MediaServiceImageTags">
    <vt:lpwstr/>
  </property>
</Properties>
</file>